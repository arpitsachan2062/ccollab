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8" r:id="rId2"/>
    <p:sldId id="297" r:id="rId3"/>
    <p:sldId id="299" r:id="rId4"/>
    <p:sldId id="284" r:id="rId5"/>
    <p:sldId id="285" r:id="rId6"/>
    <p:sldId id="305" r:id="rId7"/>
    <p:sldId id="287" r:id="rId8"/>
    <p:sldId id="303" r:id="rId9"/>
    <p:sldId id="304" r:id="rId10"/>
    <p:sldId id="306" r:id="rId11"/>
    <p:sldId id="302" r:id="rId12"/>
    <p:sldId id="308" r:id="rId13"/>
    <p:sldId id="286" r:id="rId14"/>
    <p:sldId id="300" r:id="rId15"/>
    <p:sldId id="301" r:id="rId16"/>
    <p:sldId id="288" r:id="rId17"/>
    <p:sldId id="296" r:id="rId18"/>
    <p:sldId id="30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09" autoAdjust="0"/>
    <p:restoredTop sz="93447" autoAdjust="0"/>
  </p:normalViewPr>
  <p:slideViewPr>
    <p:cSldViewPr snapToGrid="0">
      <p:cViewPr varScale="1">
        <p:scale>
          <a:sx n="58" d="100"/>
          <a:sy n="58" d="100"/>
        </p:scale>
        <p:origin x="6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AA8DB1-0EB7-48CD-8857-8E57E0C49DA6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F70BB67-9C04-4C7A-B6B6-DB6C08D52CEC}">
      <dgm:prSet/>
      <dgm:spPr/>
      <dgm:t>
        <a:bodyPr/>
        <a:lstStyle/>
        <a:p>
          <a:r>
            <a:rPr lang="en-US" b="0" i="0" dirty="0"/>
            <a:t>Embedded</a:t>
          </a:r>
          <a:endParaRPr lang="en-US" dirty="0"/>
        </a:p>
      </dgm:t>
    </dgm:pt>
    <dgm:pt modelId="{56E7EBD5-2681-4800-B718-F05C8A226085}" type="parTrans" cxnId="{38EECF6B-B6F7-4439-81FC-6C5A85790E14}">
      <dgm:prSet/>
      <dgm:spPr/>
      <dgm:t>
        <a:bodyPr/>
        <a:lstStyle/>
        <a:p>
          <a:endParaRPr lang="en-US"/>
        </a:p>
      </dgm:t>
    </dgm:pt>
    <dgm:pt modelId="{420A5613-8C1C-4EA4-8FF3-B17428526E44}" type="sibTrans" cxnId="{38EECF6B-B6F7-4439-81FC-6C5A85790E14}">
      <dgm:prSet/>
      <dgm:spPr/>
      <dgm:t>
        <a:bodyPr/>
        <a:lstStyle/>
        <a:p>
          <a:endParaRPr lang="en-US"/>
        </a:p>
      </dgm:t>
    </dgm:pt>
    <dgm:pt modelId="{47E7143B-A5E6-4282-B358-9AD95F0CD81B}">
      <dgm:prSet/>
      <dgm:spPr/>
      <dgm:t>
        <a:bodyPr/>
        <a:lstStyle/>
        <a:p>
          <a:r>
            <a:rPr lang="en-US" b="0" i="0" dirty="0"/>
            <a:t>MySQL</a:t>
          </a:r>
          <a:endParaRPr lang="en-US" dirty="0"/>
        </a:p>
      </dgm:t>
    </dgm:pt>
    <dgm:pt modelId="{95EBA487-885C-4E88-BBF9-3181D88BB4D1}" type="parTrans" cxnId="{E1546130-7D98-4DE3-AB09-AC20EE5B7059}">
      <dgm:prSet/>
      <dgm:spPr/>
      <dgm:t>
        <a:bodyPr/>
        <a:lstStyle/>
        <a:p>
          <a:endParaRPr lang="en-US"/>
        </a:p>
      </dgm:t>
    </dgm:pt>
    <dgm:pt modelId="{0C2822D8-7F8A-4426-8290-820DECD5A15C}" type="sibTrans" cxnId="{E1546130-7D98-4DE3-AB09-AC20EE5B7059}">
      <dgm:prSet/>
      <dgm:spPr/>
      <dgm:t>
        <a:bodyPr/>
        <a:lstStyle/>
        <a:p>
          <a:endParaRPr lang="en-US"/>
        </a:p>
      </dgm:t>
    </dgm:pt>
    <dgm:pt modelId="{CF30E186-FF1D-48DF-BC9F-3143855AA094}">
      <dgm:prSet/>
      <dgm:spPr/>
      <dgm:t>
        <a:bodyPr/>
        <a:lstStyle/>
        <a:p>
          <a:r>
            <a:rPr lang="en-US" b="0" i="0" dirty="0"/>
            <a:t>SQL Server</a:t>
          </a:r>
          <a:endParaRPr lang="en-US" dirty="0"/>
        </a:p>
      </dgm:t>
    </dgm:pt>
    <dgm:pt modelId="{08F04BA5-5C16-4C36-9BD7-BFAEDFDCE734}" type="parTrans" cxnId="{2352B30D-3B7E-4C94-B374-C11AC02517B1}">
      <dgm:prSet/>
      <dgm:spPr/>
      <dgm:t>
        <a:bodyPr/>
        <a:lstStyle/>
        <a:p>
          <a:endParaRPr lang="en-US"/>
        </a:p>
      </dgm:t>
    </dgm:pt>
    <dgm:pt modelId="{B91DC10C-AD71-4A0D-B82C-B90B6A132D45}" type="sibTrans" cxnId="{2352B30D-3B7E-4C94-B374-C11AC02517B1}">
      <dgm:prSet/>
      <dgm:spPr/>
      <dgm:t>
        <a:bodyPr/>
        <a:lstStyle/>
        <a:p>
          <a:endParaRPr lang="en-US"/>
        </a:p>
      </dgm:t>
    </dgm:pt>
    <dgm:pt modelId="{74DD41ED-4000-48A3-8C20-D0E24670CCBF}">
      <dgm:prSet/>
      <dgm:spPr/>
      <dgm:t>
        <a:bodyPr/>
        <a:lstStyle/>
        <a:p>
          <a:r>
            <a:rPr lang="en-US" b="0" i="0" dirty="0"/>
            <a:t>Oracle</a:t>
          </a:r>
          <a:endParaRPr lang="en-US" dirty="0"/>
        </a:p>
      </dgm:t>
    </dgm:pt>
    <dgm:pt modelId="{89A9B31E-60B2-4BD9-8ECA-12F400672827}" type="parTrans" cxnId="{3663F6DF-8550-46C8-83A8-1DA5EEE03F67}">
      <dgm:prSet/>
      <dgm:spPr/>
      <dgm:t>
        <a:bodyPr/>
        <a:lstStyle/>
        <a:p>
          <a:endParaRPr lang="en-US"/>
        </a:p>
      </dgm:t>
    </dgm:pt>
    <dgm:pt modelId="{2F35F4E3-475C-487B-AF6A-08F7F6674161}" type="sibTrans" cxnId="{3663F6DF-8550-46C8-83A8-1DA5EEE03F67}">
      <dgm:prSet/>
      <dgm:spPr/>
      <dgm:t>
        <a:bodyPr/>
        <a:lstStyle/>
        <a:p>
          <a:endParaRPr lang="en-US"/>
        </a:p>
      </dgm:t>
    </dgm:pt>
    <dgm:pt modelId="{05C1E0F2-FAB7-450B-A144-E286AEF9EC1B}">
      <dgm:prSet/>
      <dgm:spPr/>
      <dgm:t>
        <a:bodyPr/>
        <a:lstStyle/>
        <a:p>
          <a:r>
            <a:rPr lang="en-GB" dirty="0"/>
            <a:t>MariaDB</a:t>
          </a:r>
          <a:endParaRPr lang="en-IN" dirty="0"/>
        </a:p>
      </dgm:t>
    </dgm:pt>
    <dgm:pt modelId="{7DAF703C-F569-4508-B6FF-342D162E969D}" type="parTrans" cxnId="{AA6C4A28-7EE2-4F9D-BB69-40DF1F892A5A}">
      <dgm:prSet/>
      <dgm:spPr/>
      <dgm:t>
        <a:bodyPr/>
        <a:lstStyle/>
        <a:p>
          <a:endParaRPr lang="en-IN"/>
        </a:p>
      </dgm:t>
    </dgm:pt>
    <dgm:pt modelId="{1EF78265-0D96-4983-9F4F-403B205F8B18}" type="sibTrans" cxnId="{AA6C4A28-7EE2-4F9D-BB69-40DF1F892A5A}">
      <dgm:prSet/>
      <dgm:spPr/>
      <dgm:t>
        <a:bodyPr/>
        <a:lstStyle/>
        <a:p>
          <a:endParaRPr lang="en-IN"/>
        </a:p>
      </dgm:t>
    </dgm:pt>
    <dgm:pt modelId="{4669630A-63B5-4579-9531-476FAAFC130E}" type="pres">
      <dgm:prSet presAssocID="{ACAA8DB1-0EB7-48CD-8857-8E57E0C49DA6}" presName="diagram" presStyleCnt="0">
        <dgm:presLayoutVars>
          <dgm:dir/>
          <dgm:resizeHandles val="exact"/>
        </dgm:presLayoutVars>
      </dgm:prSet>
      <dgm:spPr/>
    </dgm:pt>
    <dgm:pt modelId="{9344A44E-DEC2-4DB1-95FC-FFEC4013BCCE}" type="pres">
      <dgm:prSet presAssocID="{BF70BB67-9C04-4C7A-B6B6-DB6C08D52CEC}" presName="node" presStyleLbl="node1" presStyleIdx="0" presStyleCnt="5">
        <dgm:presLayoutVars>
          <dgm:bulletEnabled val="1"/>
        </dgm:presLayoutVars>
      </dgm:prSet>
      <dgm:spPr/>
    </dgm:pt>
    <dgm:pt modelId="{0C393BCF-BA9D-4FFD-9EDD-69408C684387}" type="pres">
      <dgm:prSet presAssocID="{420A5613-8C1C-4EA4-8FF3-B17428526E44}" presName="sibTrans" presStyleCnt="0"/>
      <dgm:spPr/>
    </dgm:pt>
    <dgm:pt modelId="{B2781A6C-127C-4ED9-B547-28C7E63BFCFB}" type="pres">
      <dgm:prSet presAssocID="{47E7143B-A5E6-4282-B358-9AD95F0CD81B}" presName="node" presStyleLbl="node1" presStyleIdx="1" presStyleCnt="5">
        <dgm:presLayoutVars>
          <dgm:bulletEnabled val="1"/>
        </dgm:presLayoutVars>
      </dgm:prSet>
      <dgm:spPr/>
    </dgm:pt>
    <dgm:pt modelId="{34BEF2CA-5E03-4314-B4C0-198AA957A2C2}" type="pres">
      <dgm:prSet presAssocID="{0C2822D8-7F8A-4426-8290-820DECD5A15C}" presName="sibTrans" presStyleCnt="0"/>
      <dgm:spPr/>
    </dgm:pt>
    <dgm:pt modelId="{AB4C1367-E2D0-48FC-92B2-16C56A5F30F6}" type="pres">
      <dgm:prSet presAssocID="{CF30E186-FF1D-48DF-BC9F-3143855AA094}" presName="node" presStyleLbl="node1" presStyleIdx="2" presStyleCnt="5">
        <dgm:presLayoutVars>
          <dgm:bulletEnabled val="1"/>
        </dgm:presLayoutVars>
      </dgm:prSet>
      <dgm:spPr/>
    </dgm:pt>
    <dgm:pt modelId="{E18EA931-2118-440F-BB79-C47AFA0F24A4}" type="pres">
      <dgm:prSet presAssocID="{B91DC10C-AD71-4A0D-B82C-B90B6A132D45}" presName="sibTrans" presStyleCnt="0"/>
      <dgm:spPr/>
    </dgm:pt>
    <dgm:pt modelId="{E4BFAFB5-E554-4435-AB3E-E635D88A3CFB}" type="pres">
      <dgm:prSet presAssocID="{74DD41ED-4000-48A3-8C20-D0E24670CCBF}" presName="node" presStyleLbl="node1" presStyleIdx="3" presStyleCnt="5">
        <dgm:presLayoutVars>
          <dgm:bulletEnabled val="1"/>
        </dgm:presLayoutVars>
      </dgm:prSet>
      <dgm:spPr/>
    </dgm:pt>
    <dgm:pt modelId="{5CDDAE67-1611-4C76-83FA-BE4E4B148BBA}" type="pres">
      <dgm:prSet presAssocID="{2F35F4E3-475C-487B-AF6A-08F7F6674161}" presName="sibTrans" presStyleCnt="0"/>
      <dgm:spPr/>
    </dgm:pt>
    <dgm:pt modelId="{6427ED44-2EE7-4AC3-B4AD-08EA333122EA}" type="pres">
      <dgm:prSet presAssocID="{05C1E0F2-FAB7-450B-A144-E286AEF9EC1B}" presName="node" presStyleLbl="node1" presStyleIdx="4" presStyleCnt="5">
        <dgm:presLayoutVars>
          <dgm:bulletEnabled val="1"/>
        </dgm:presLayoutVars>
      </dgm:prSet>
      <dgm:spPr/>
    </dgm:pt>
  </dgm:ptLst>
  <dgm:cxnLst>
    <dgm:cxn modelId="{2352B30D-3B7E-4C94-B374-C11AC02517B1}" srcId="{ACAA8DB1-0EB7-48CD-8857-8E57E0C49DA6}" destId="{CF30E186-FF1D-48DF-BC9F-3143855AA094}" srcOrd="2" destOrd="0" parTransId="{08F04BA5-5C16-4C36-9BD7-BFAEDFDCE734}" sibTransId="{B91DC10C-AD71-4A0D-B82C-B90B6A132D45}"/>
    <dgm:cxn modelId="{AA6C4A28-7EE2-4F9D-BB69-40DF1F892A5A}" srcId="{ACAA8DB1-0EB7-48CD-8857-8E57E0C49DA6}" destId="{05C1E0F2-FAB7-450B-A144-E286AEF9EC1B}" srcOrd="4" destOrd="0" parTransId="{7DAF703C-F569-4508-B6FF-342D162E969D}" sibTransId="{1EF78265-0D96-4983-9F4F-403B205F8B18}"/>
    <dgm:cxn modelId="{E1546130-7D98-4DE3-AB09-AC20EE5B7059}" srcId="{ACAA8DB1-0EB7-48CD-8857-8E57E0C49DA6}" destId="{47E7143B-A5E6-4282-B358-9AD95F0CD81B}" srcOrd="1" destOrd="0" parTransId="{95EBA487-885C-4E88-BBF9-3181D88BB4D1}" sibTransId="{0C2822D8-7F8A-4426-8290-820DECD5A15C}"/>
    <dgm:cxn modelId="{38EECF6B-B6F7-4439-81FC-6C5A85790E14}" srcId="{ACAA8DB1-0EB7-48CD-8857-8E57E0C49DA6}" destId="{BF70BB67-9C04-4C7A-B6B6-DB6C08D52CEC}" srcOrd="0" destOrd="0" parTransId="{56E7EBD5-2681-4800-B718-F05C8A226085}" sibTransId="{420A5613-8C1C-4EA4-8FF3-B17428526E44}"/>
    <dgm:cxn modelId="{987FF58C-1A53-4059-A63C-B32B4CD96931}" type="presOf" srcId="{74DD41ED-4000-48A3-8C20-D0E24670CCBF}" destId="{E4BFAFB5-E554-4435-AB3E-E635D88A3CFB}" srcOrd="0" destOrd="0" presId="urn:microsoft.com/office/officeart/2005/8/layout/default"/>
    <dgm:cxn modelId="{5AE454D1-3E00-45CE-A548-7C608E978A69}" type="presOf" srcId="{ACAA8DB1-0EB7-48CD-8857-8E57E0C49DA6}" destId="{4669630A-63B5-4579-9531-476FAAFC130E}" srcOrd="0" destOrd="0" presId="urn:microsoft.com/office/officeart/2005/8/layout/default"/>
    <dgm:cxn modelId="{F2C831D8-3264-46CE-923C-08652D0224E3}" type="presOf" srcId="{CF30E186-FF1D-48DF-BC9F-3143855AA094}" destId="{AB4C1367-E2D0-48FC-92B2-16C56A5F30F6}" srcOrd="0" destOrd="0" presId="urn:microsoft.com/office/officeart/2005/8/layout/default"/>
    <dgm:cxn modelId="{3663F6DF-8550-46C8-83A8-1DA5EEE03F67}" srcId="{ACAA8DB1-0EB7-48CD-8857-8E57E0C49DA6}" destId="{74DD41ED-4000-48A3-8C20-D0E24670CCBF}" srcOrd="3" destOrd="0" parTransId="{89A9B31E-60B2-4BD9-8ECA-12F400672827}" sibTransId="{2F35F4E3-475C-487B-AF6A-08F7F6674161}"/>
    <dgm:cxn modelId="{27FAB2E0-E995-4A5F-BC13-44494EB5461C}" type="presOf" srcId="{BF70BB67-9C04-4C7A-B6B6-DB6C08D52CEC}" destId="{9344A44E-DEC2-4DB1-95FC-FFEC4013BCCE}" srcOrd="0" destOrd="0" presId="urn:microsoft.com/office/officeart/2005/8/layout/default"/>
    <dgm:cxn modelId="{093E40FB-7F8D-433F-A6A8-1F5041721DAC}" type="presOf" srcId="{05C1E0F2-FAB7-450B-A144-E286AEF9EC1B}" destId="{6427ED44-2EE7-4AC3-B4AD-08EA333122EA}" srcOrd="0" destOrd="0" presId="urn:microsoft.com/office/officeart/2005/8/layout/default"/>
    <dgm:cxn modelId="{CFCF78FE-D602-4E62-AA69-D47ABAEB06BE}" type="presOf" srcId="{47E7143B-A5E6-4282-B358-9AD95F0CD81B}" destId="{B2781A6C-127C-4ED9-B547-28C7E63BFCFB}" srcOrd="0" destOrd="0" presId="urn:microsoft.com/office/officeart/2005/8/layout/default"/>
    <dgm:cxn modelId="{F3AEE4C5-CDA3-455E-A4BD-6C2F9DB5361C}" type="presParOf" srcId="{4669630A-63B5-4579-9531-476FAAFC130E}" destId="{9344A44E-DEC2-4DB1-95FC-FFEC4013BCCE}" srcOrd="0" destOrd="0" presId="urn:microsoft.com/office/officeart/2005/8/layout/default"/>
    <dgm:cxn modelId="{259E6805-C741-43EC-889A-DBF918305FA7}" type="presParOf" srcId="{4669630A-63B5-4579-9531-476FAAFC130E}" destId="{0C393BCF-BA9D-4FFD-9EDD-69408C684387}" srcOrd="1" destOrd="0" presId="urn:microsoft.com/office/officeart/2005/8/layout/default"/>
    <dgm:cxn modelId="{F900B53B-500B-479C-AB59-DE39A167D9B0}" type="presParOf" srcId="{4669630A-63B5-4579-9531-476FAAFC130E}" destId="{B2781A6C-127C-4ED9-B547-28C7E63BFCFB}" srcOrd="2" destOrd="0" presId="urn:microsoft.com/office/officeart/2005/8/layout/default"/>
    <dgm:cxn modelId="{CCFCD787-6F2F-46A8-A583-0BFD38FE85F5}" type="presParOf" srcId="{4669630A-63B5-4579-9531-476FAAFC130E}" destId="{34BEF2CA-5E03-4314-B4C0-198AA957A2C2}" srcOrd="3" destOrd="0" presId="urn:microsoft.com/office/officeart/2005/8/layout/default"/>
    <dgm:cxn modelId="{A7C374D5-B3D3-4E92-9031-EF5B59124ABA}" type="presParOf" srcId="{4669630A-63B5-4579-9531-476FAAFC130E}" destId="{AB4C1367-E2D0-48FC-92B2-16C56A5F30F6}" srcOrd="4" destOrd="0" presId="urn:microsoft.com/office/officeart/2005/8/layout/default"/>
    <dgm:cxn modelId="{13C5740F-7449-4D1A-8CF1-52A738191CC3}" type="presParOf" srcId="{4669630A-63B5-4579-9531-476FAAFC130E}" destId="{E18EA931-2118-440F-BB79-C47AFA0F24A4}" srcOrd="5" destOrd="0" presId="urn:microsoft.com/office/officeart/2005/8/layout/default"/>
    <dgm:cxn modelId="{66C1C7DA-0E5E-4C64-AE77-C329D1EA0593}" type="presParOf" srcId="{4669630A-63B5-4579-9531-476FAAFC130E}" destId="{E4BFAFB5-E554-4435-AB3E-E635D88A3CFB}" srcOrd="6" destOrd="0" presId="urn:microsoft.com/office/officeart/2005/8/layout/default"/>
    <dgm:cxn modelId="{3BE32F48-5B48-4916-B18C-F4A9D37CC5BE}" type="presParOf" srcId="{4669630A-63B5-4579-9531-476FAAFC130E}" destId="{5CDDAE67-1611-4C76-83FA-BE4E4B148BBA}" srcOrd="7" destOrd="0" presId="urn:microsoft.com/office/officeart/2005/8/layout/default"/>
    <dgm:cxn modelId="{34864DDE-89DD-4658-A3F0-95ADFEE310D5}" type="presParOf" srcId="{4669630A-63B5-4579-9531-476FAAFC130E}" destId="{6427ED44-2EE7-4AC3-B4AD-08EA333122E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AA8DB1-0EB7-48CD-8857-8E57E0C49DA6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BF70BB67-9C04-4C7A-B6B6-DB6C08D52CEC}">
      <dgm:prSet/>
      <dgm:spPr/>
      <dgm:t>
        <a:bodyPr/>
        <a:lstStyle/>
        <a:p>
          <a:r>
            <a:rPr lang="en-US" b="0" i="0"/>
            <a:t>AccuRev</a:t>
          </a:r>
          <a:endParaRPr lang="en-US"/>
        </a:p>
      </dgm:t>
    </dgm:pt>
    <dgm:pt modelId="{56E7EBD5-2681-4800-B718-F05C8A226085}" type="parTrans" cxnId="{38EECF6B-B6F7-4439-81FC-6C5A85790E14}">
      <dgm:prSet/>
      <dgm:spPr/>
      <dgm:t>
        <a:bodyPr/>
        <a:lstStyle/>
        <a:p>
          <a:endParaRPr lang="en-US"/>
        </a:p>
      </dgm:t>
    </dgm:pt>
    <dgm:pt modelId="{420A5613-8C1C-4EA4-8FF3-B17428526E44}" type="sibTrans" cxnId="{38EECF6B-B6F7-4439-81FC-6C5A85790E14}">
      <dgm:prSet/>
      <dgm:spPr/>
      <dgm:t>
        <a:bodyPr/>
        <a:lstStyle/>
        <a:p>
          <a:endParaRPr lang="en-US"/>
        </a:p>
      </dgm:t>
    </dgm:pt>
    <dgm:pt modelId="{47E7143B-A5E6-4282-B358-9AD95F0CD81B}">
      <dgm:prSet/>
      <dgm:spPr/>
      <dgm:t>
        <a:bodyPr/>
        <a:lstStyle/>
        <a:p>
          <a:r>
            <a:rPr lang="en-US" b="0" i="0" dirty="0"/>
            <a:t>CVS</a:t>
          </a:r>
          <a:endParaRPr lang="en-US" dirty="0"/>
        </a:p>
      </dgm:t>
    </dgm:pt>
    <dgm:pt modelId="{95EBA487-885C-4E88-BBF9-3181D88BB4D1}" type="parTrans" cxnId="{E1546130-7D98-4DE3-AB09-AC20EE5B7059}">
      <dgm:prSet/>
      <dgm:spPr/>
      <dgm:t>
        <a:bodyPr/>
        <a:lstStyle/>
        <a:p>
          <a:endParaRPr lang="en-US"/>
        </a:p>
      </dgm:t>
    </dgm:pt>
    <dgm:pt modelId="{0C2822D8-7F8A-4426-8290-820DECD5A15C}" type="sibTrans" cxnId="{E1546130-7D98-4DE3-AB09-AC20EE5B7059}">
      <dgm:prSet/>
      <dgm:spPr/>
      <dgm:t>
        <a:bodyPr/>
        <a:lstStyle/>
        <a:p>
          <a:endParaRPr lang="en-US"/>
        </a:p>
      </dgm:t>
    </dgm:pt>
    <dgm:pt modelId="{CF30E186-FF1D-48DF-BC9F-3143855AA094}">
      <dgm:prSet/>
      <dgm:spPr/>
      <dgm:t>
        <a:bodyPr/>
        <a:lstStyle/>
        <a:p>
          <a:r>
            <a:rPr lang="en-US" b="0" i="0"/>
            <a:t>Git</a:t>
          </a:r>
          <a:endParaRPr lang="en-US"/>
        </a:p>
      </dgm:t>
    </dgm:pt>
    <dgm:pt modelId="{08F04BA5-5C16-4C36-9BD7-BFAEDFDCE734}" type="parTrans" cxnId="{2352B30D-3B7E-4C94-B374-C11AC02517B1}">
      <dgm:prSet/>
      <dgm:spPr/>
      <dgm:t>
        <a:bodyPr/>
        <a:lstStyle/>
        <a:p>
          <a:endParaRPr lang="en-US"/>
        </a:p>
      </dgm:t>
    </dgm:pt>
    <dgm:pt modelId="{B91DC10C-AD71-4A0D-B82C-B90B6A132D45}" type="sibTrans" cxnId="{2352B30D-3B7E-4C94-B374-C11AC02517B1}">
      <dgm:prSet/>
      <dgm:spPr/>
      <dgm:t>
        <a:bodyPr/>
        <a:lstStyle/>
        <a:p>
          <a:endParaRPr lang="en-US"/>
        </a:p>
      </dgm:t>
    </dgm:pt>
    <dgm:pt modelId="{74DD41ED-4000-48A3-8C20-D0E24670CCBF}">
      <dgm:prSet/>
      <dgm:spPr/>
      <dgm:t>
        <a:bodyPr/>
        <a:lstStyle/>
        <a:p>
          <a:r>
            <a:rPr lang="en-US" b="0" i="0"/>
            <a:t>ClearCase</a:t>
          </a:r>
          <a:endParaRPr lang="en-US"/>
        </a:p>
      </dgm:t>
    </dgm:pt>
    <dgm:pt modelId="{89A9B31E-60B2-4BD9-8ECA-12F400672827}" type="parTrans" cxnId="{3663F6DF-8550-46C8-83A8-1DA5EEE03F67}">
      <dgm:prSet/>
      <dgm:spPr/>
      <dgm:t>
        <a:bodyPr/>
        <a:lstStyle/>
        <a:p>
          <a:endParaRPr lang="en-US"/>
        </a:p>
      </dgm:t>
    </dgm:pt>
    <dgm:pt modelId="{2F35F4E3-475C-487B-AF6A-08F7F6674161}" type="sibTrans" cxnId="{3663F6DF-8550-46C8-83A8-1DA5EEE03F67}">
      <dgm:prSet/>
      <dgm:spPr/>
      <dgm:t>
        <a:bodyPr/>
        <a:lstStyle/>
        <a:p>
          <a:endParaRPr lang="en-US"/>
        </a:p>
      </dgm:t>
    </dgm:pt>
    <dgm:pt modelId="{90F05532-D9DF-4746-AF20-389A3F285D67}">
      <dgm:prSet/>
      <dgm:spPr/>
      <dgm:t>
        <a:bodyPr/>
        <a:lstStyle/>
        <a:p>
          <a:r>
            <a:rPr lang="en-US" b="0" i="0"/>
            <a:t>Rational Synergy</a:t>
          </a:r>
          <a:endParaRPr lang="en-US"/>
        </a:p>
      </dgm:t>
    </dgm:pt>
    <dgm:pt modelId="{C4D3304F-12CC-4C93-835C-3CC4262503B6}" type="parTrans" cxnId="{37B49ADF-FF69-4A47-9FFF-3FC4FD698DAF}">
      <dgm:prSet/>
      <dgm:spPr/>
      <dgm:t>
        <a:bodyPr/>
        <a:lstStyle/>
        <a:p>
          <a:endParaRPr lang="en-US"/>
        </a:p>
      </dgm:t>
    </dgm:pt>
    <dgm:pt modelId="{9D320ADC-5706-4EF7-BFC3-AE3887BA10E1}" type="sibTrans" cxnId="{37B49ADF-FF69-4A47-9FFF-3FC4FD698DAF}">
      <dgm:prSet/>
      <dgm:spPr/>
      <dgm:t>
        <a:bodyPr/>
        <a:lstStyle/>
        <a:p>
          <a:endParaRPr lang="en-US"/>
        </a:p>
      </dgm:t>
    </dgm:pt>
    <dgm:pt modelId="{8A902C31-E26A-4B93-B545-DE7CA74E6C27}">
      <dgm:prSet/>
      <dgm:spPr/>
      <dgm:t>
        <a:bodyPr/>
        <a:lstStyle/>
        <a:p>
          <a:r>
            <a:rPr lang="en-US" b="0" i="0"/>
            <a:t>Rational Team Concert</a:t>
          </a:r>
          <a:endParaRPr lang="en-US"/>
        </a:p>
      </dgm:t>
    </dgm:pt>
    <dgm:pt modelId="{CDBD2043-2468-4A66-9A0D-E8331880B7DB}" type="parTrans" cxnId="{C3DE36FB-7BB6-4C6A-814F-5EC1D3DAE01E}">
      <dgm:prSet/>
      <dgm:spPr/>
      <dgm:t>
        <a:bodyPr/>
        <a:lstStyle/>
        <a:p>
          <a:endParaRPr lang="en-US"/>
        </a:p>
      </dgm:t>
    </dgm:pt>
    <dgm:pt modelId="{67C3A880-7090-4CE0-93DC-4657CB6FC5FB}" type="sibTrans" cxnId="{C3DE36FB-7BB6-4C6A-814F-5EC1D3DAE01E}">
      <dgm:prSet/>
      <dgm:spPr/>
      <dgm:t>
        <a:bodyPr/>
        <a:lstStyle/>
        <a:p>
          <a:endParaRPr lang="en-US"/>
        </a:p>
      </dgm:t>
    </dgm:pt>
    <dgm:pt modelId="{97D38DF7-B2A9-4363-BDC0-DB9A63A76154}">
      <dgm:prSet/>
      <dgm:spPr/>
      <dgm:t>
        <a:bodyPr/>
        <a:lstStyle/>
        <a:p>
          <a:r>
            <a:rPr lang="en-US" b="0" i="0"/>
            <a:t>Mercurial</a:t>
          </a:r>
          <a:endParaRPr lang="en-US"/>
        </a:p>
      </dgm:t>
    </dgm:pt>
    <dgm:pt modelId="{E423570C-7334-4B92-89BE-F4FA9D107D12}" type="parTrans" cxnId="{A813A003-C0BE-4672-BE73-8DF1BE105918}">
      <dgm:prSet/>
      <dgm:spPr/>
      <dgm:t>
        <a:bodyPr/>
        <a:lstStyle/>
        <a:p>
          <a:endParaRPr lang="en-US"/>
        </a:p>
      </dgm:t>
    </dgm:pt>
    <dgm:pt modelId="{A83B9E69-0871-4B96-9261-B7B163DD7A7D}" type="sibTrans" cxnId="{A813A003-C0BE-4672-BE73-8DF1BE105918}">
      <dgm:prSet/>
      <dgm:spPr/>
      <dgm:t>
        <a:bodyPr/>
        <a:lstStyle/>
        <a:p>
          <a:endParaRPr lang="en-US"/>
        </a:p>
      </dgm:t>
    </dgm:pt>
    <dgm:pt modelId="{AF7EE5D1-38A6-4887-BF99-0961CAF84C2B}">
      <dgm:prSet/>
      <dgm:spPr/>
      <dgm:t>
        <a:bodyPr/>
        <a:lstStyle/>
        <a:p>
          <a:r>
            <a:rPr lang="en-US" b="0" i="0"/>
            <a:t>Team Foundation Server</a:t>
          </a:r>
          <a:endParaRPr lang="en-US"/>
        </a:p>
      </dgm:t>
    </dgm:pt>
    <dgm:pt modelId="{1A90F3D2-A823-44B7-83DD-BC69CFA42875}" type="parTrans" cxnId="{47DC9DA6-8A03-4E5C-B6AF-432A0F22F126}">
      <dgm:prSet/>
      <dgm:spPr/>
      <dgm:t>
        <a:bodyPr/>
        <a:lstStyle/>
        <a:p>
          <a:endParaRPr lang="en-US"/>
        </a:p>
      </dgm:t>
    </dgm:pt>
    <dgm:pt modelId="{36080B04-3714-44D0-AEE2-30B2F7E5E3EC}" type="sibTrans" cxnId="{47DC9DA6-8A03-4E5C-B6AF-432A0F22F126}">
      <dgm:prSet/>
      <dgm:spPr/>
      <dgm:t>
        <a:bodyPr/>
        <a:lstStyle/>
        <a:p>
          <a:endParaRPr lang="en-US"/>
        </a:p>
      </dgm:t>
    </dgm:pt>
    <dgm:pt modelId="{0A26391F-87CC-4178-B856-D9B79CBEE7A0}">
      <dgm:prSet/>
      <dgm:spPr/>
      <dgm:t>
        <a:bodyPr/>
        <a:lstStyle/>
        <a:p>
          <a:r>
            <a:rPr lang="en-US" b="0" i="0"/>
            <a:t>PTC Integrity</a:t>
          </a:r>
          <a:endParaRPr lang="en-US"/>
        </a:p>
      </dgm:t>
    </dgm:pt>
    <dgm:pt modelId="{39E1D82A-F82B-4081-8152-38149C5B1451}" type="parTrans" cxnId="{1963FC88-3D9A-42FC-9E74-90EEE6BD497C}">
      <dgm:prSet/>
      <dgm:spPr/>
      <dgm:t>
        <a:bodyPr/>
        <a:lstStyle/>
        <a:p>
          <a:endParaRPr lang="en-US"/>
        </a:p>
      </dgm:t>
    </dgm:pt>
    <dgm:pt modelId="{B492740F-4AE3-4EEF-BA2E-C21FC945A7DE}" type="sibTrans" cxnId="{1963FC88-3D9A-42FC-9E74-90EEE6BD497C}">
      <dgm:prSet/>
      <dgm:spPr/>
      <dgm:t>
        <a:bodyPr/>
        <a:lstStyle/>
        <a:p>
          <a:endParaRPr lang="en-US"/>
        </a:p>
      </dgm:t>
    </dgm:pt>
    <dgm:pt modelId="{FF749167-EB87-4458-8D2B-3A2B3ADAE1FE}">
      <dgm:prSet/>
      <dgm:spPr/>
      <dgm:t>
        <a:bodyPr/>
        <a:lstStyle/>
        <a:p>
          <a:r>
            <a:rPr lang="en-US" b="0" i="0"/>
            <a:t>Perforce</a:t>
          </a:r>
          <a:endParaRPr lang="en-US"/>
        </a:p>
      </dgm:t>
    </dgm:pt>
    <dgm:pt modelId="{058BA98E-A4A8-44CE-9B02-AF97BDFE594C}" type="parTrans" cxnId="{743CECE8-3FBC-404D-88BC-8F94B6E9EA18}">
      <dgm:prSet/>
      <dgm:spPr/>
      <dgm:t>
        <a:bodyPr/>
        <a:lstStyle/>
        <a:p>
          <a:endParaRPr lang="en-US"/>
        </a:p>
      </dgm:t>
    </dgm:pt>
    <dgm:pt modelId="{0CE8C183-5931-4319-8B3E-0BC1E0D205E4}" type="sibTrans" cxnId="{743CECE8-3FBC-404D-88BC-8F94B6E9EA18}">
      <dgm:prSet/>
      <dgm:spPr/>
      <dgm:t>
        <a:bodyPr/>
        <a:lstStyle/>
        <a:p>
          <a:endParaRPr lang="en-US"/>
        </a:p>
      </dgm:t>
    </dgm:pt>
    <dgm:pt modelId="{AEFE73F6-3D1E-434F-B27B-C6EB0A4447BD}">
      <dgm:prSet/>
      <dgm:spPr/>
      <dgm:t>
        <a:bodyPr/>
        <a:lstStyle/>
        <a:p>
          <a:r>
            <a:rPr lang="en-US" b="0" i="0"/>
            <a:t>Subversion</a:t>
          </a:r>
          <a:endParaRPr lang="en-US"/>
        </a:p>
      </dgm:t>
    </dgm:pt>
    <dgm:pt modelId="{58FC2124-9961-4487-9B78-08A7A0059DF5}" type="parTrans" cxnId="{F3190273-3D00-4081-A211-944E7F0B2202}">
      <dgm:prSet/>
      <dgm:spPr/>
      <dgm:t>
        <a:bodyPr/>
        <a:lstStyle/>
        <a:p>
          <a:endParaRPr lang="en-US"/>
        </a:p>
      </dgm:t>
    </dgm:pt>
    <dgm:pt modelId="{D6E22890-8226-4A63-9728-038CD8DFC93A}" type="sibTrans" cxnId="{F3190273-3D00-4081-A211-944E7F0B2202}">
      <dgm:prSet/>
      <dgm:spPr/>
      <dgm:t>
        <a:bodyPr/>
        <a:lstStyle/>
        <a:p>
          <a:endParaRPr lang="en-US"/>
        </a:p>
      </dgm:t>
    </dgm:pt>
    <dgm:pt modelId="{4669630A-63B5-4579-9531-476FAAFC130E}" type="pres">
      <dgm:prSet presAssocID="{ACAA8DB1-0EB7-48CD-8857-8E57E0C49DA6}" presName="diagram" presStyleCnt="0">
        <dgm:presLayoutVars>
          <dgm:dir/>
          <dgm:resizeHandles val="exact"/>
        </dgm:presLayoutVars>
      </dgm:prSet>
      <dgm:spPr/>
    </dgm:pt>
    <dgm:pt modelId="{9344A44E-DEC2-4DB1-95FC-FFEC4013BCCE}" type="pres">
      <dgm:prSet presAssocID="{BF70BB67-9C04-4C7A-B6B6-DB6C08D52CEC}" presName="node" presStyleLbl="node1" presStyleIdx="0" presStyleCnt="11">
        <dgm:presLayoutVars>
          <dgm:bulletEnabled val="1"/>
        </dgm:presLayoutVars>
      </dgm:prSet>
      <dgm:spPr/>
    </dgm:pt>
    <dgm:pt modelId="{0C393BCF-BA9D-4FFD-9EDD-69408C684387}" type="pres">
      <dgm:prSet presAssocID="{420A5613-8C1C-4EA4-8FF3-B17428526E44}" presName="sibTrans" presStyleCnt="0"/>
      <dgm:spPr/>
    </dgm:pt>
    <dgm:pt modelId="{B2781A6C-127C-4ED9-B547-28C7E63BFCFB}" type="pres">
      <dgm:prSet presAssocID="{47E7143B-A5E6-4282-B358-9AD95F0CD81B}" presName="node" presStyleLbl="node1" presStyleIdx="1" presStyleCnt="11">
        <dgm:presLayoutVars>
          <dgm:bulletEnabled val="1"/>
        </dgm:presLayoutVars>
      </dgm:prSet>
      <dgm:spPr/>
    </dgm:pt>
    <dgm:pt modelId="{34BEF2CA-5E03-4314-B4C0-198AA957A2C2}" type="pres">
      <dgm:prSet presAssocID="{0C2822D8-7F8A-4426-8290-820DECD5A15C}" presName="sibTrans" presStyleCnt="0"/>
      <dgm:spPr/>
    </dgm:pt>
    <dgm:pt modelId="{AB4C1367-E2D0-48FC-92B2-16C56A5F30F6}" type="pres">
      <dgm:prSet presAssocID="{CF30E186-FF1D-48DF-BC9F-3143855AA094}" presName="node" presStyleLbl="node1" presStyleIdx="2" presStyleCnt="11">
        <dgm:presLayoutVars>
          <dgm:bulletEnabled val="1"/>
        </dgm:presLayoutVars>
      </dgm:prSet>
      <dgm:spPr/>
    </dgm:pt>
    <dgm:pt modelId="{E18EA931-2118-440F-BB79-C47AFA0F24A4}" type="pres">
      <dgm:prSet presAssocID="{B91DC10C-AD71-4A0D-B82C-B90B6A132D45}" presName="sibTrans" presStyleCnt="0"/>
      <dgm:spPr/>
    </dgm:pt>
    <dgm:pt modelId="{E4BFAFB5-E554-4435-AB3E-E635D88A3CFB}" type="pres">
      <dgm:prSet presAssocID="{74DD41ED-4000-48A3-8C20-D0E24670CCBF}" presName="node" presStyleLbl="node1" presStyleIdx="3" presStyleCnt="11">
        <dgm:presLayoutVars>
          <dgm:bulletEnabled val="1"/>
        </dgm:presLayoutVars>
      </dgm:prSet>
      <dgm:spPr/>
    </dgm:pt>
    <dgm:pt modelId="{54F11C5E-BA49-4386-8638-F59AB2B45D89}" type="pres">
      <dgm:prSet presAssocID="{2F35F4E3-475C-487B-AF6A-08F7F6674161}" presName="sibTrans" presStyleCnt="0"/>
      <dgm:spPr/>
    </dgm:pt>
    <dgm:pt modelId="{6DFC2412-8D80-4B3F-B57C-4BD36E7F3C96}" type="pres">
      <dgm:prSet presAssocID="{90F05532-D9DF-4746-AF20-389A3F285D67}" presName="node" presStyleLbl="node1" presStyleIdx="4" presStyleCnt="11">
        <dgm:presLayoutVars>
          <dgm:bulletEnabled val="1"/>
        </dgm:presLayoutVars>
      </dgm:prSet>
      <dgm:spPr/>
    </dgm:pt>
    <dgm:pt modelId="{F04CBC4C-1910-45DA-AC5D-22FC9B5AE83E}" type="pres">
      <dgm:prSet presAssocID="{9D320ADC-5706-4EF7-BFC3-AE3887BA10E1}" presName="sibTrans" presStyleCnt="0"/>
      <dgm:spPr/>
    </dgm:pt>
    <dgm:pt modelId="{0F560F81-3730-41D9-A287-F20EFEAAEFDE}" type="pres">
      <dgm:prSet presAssocID="{8A902C31-E26A-4B93-B545-DE7CA74E6C27}" presName="node" presStyleLbl="node1" presStyleIdx="5" presStyleCnt="11">
        <dgm:presLayoutVars>
          <dgm:bulletEnabled val="1"/>
        </dgm:presLayoutVars>
      </dgm:prSet>
      <dgm:spPr/>
    </dgm:pt>
    <dgm:pt modelId="{89B902C3-7DF5-48C1-85EE-3C5127DC6868}" type="pres">
      <dgm:prSet presAssocID="{67C3A880-7090-4CE0-93DC-4657CB6FC5FB}" presName="sibTrans" presStyleCnt="0"/>
      <dgm:spPr/>
    </dgm:pt>
    <dgm:pt modelId="{D4ACDD92-9179-45F1-A158-6D20F225E780}" type="pres">
      <dgm:prSet presAssocID="{97D38DF7-B2A9-4363-BDC0-DB9A63A76154}" presName="node" presStyleLbl="node1" presStyleIdx="6" presStyleCnt="11">
        <dgm:presLayoutVars>
          <dgm:bulletEnabled val="1"/>
        </dgm:presLayoutVars>
      </dgm:prSet>
      <dgm:spPr/>
    </dgm:pt>
    <dgm:pt modelId="{F781367A-4B45-4E8C-A3FE-071A4AF192C2}" type="pres">
      <dgm:prSet presAssocID="{A83B9E69-0871-4B96-9261-B7B163DD7A7D}" presName="sibTrans" presStyleCnt="0"/>
      <dgm:spPr/>
    </dgm:pt>
    <dgm:pt modelId="{74254EB3-544F-4A8B-9DDF-263BC96471E0}" type="pres">
      <dgm:prSet presAssocID="{AF7EE5D1-38A6-4887-BF99-0961CAF84C2B}" presName="node" presStyleLbl="node1" presStyleIdx="7" presStyleCnt="11">
        <dgm:presLayoutVars>
          <dgm:bulletEnabled val="1"/>
        </dgm:presLayoutVars>
      </dgm:prSet>
      <dgm:spPr/>
    </dgm:pt>
    <dgm:pt modelId="{12029DF0-B6A9-49DD-88CB-5659DC26F612}" type="pres">
      <dgm:prSet presAssocID="{36080B04-3714-44D0-AEE2-30B2F7E5E3EC}" presName="sibTrans" presStyleCnt="0"/>
      <dgm:spPr/>
    </dgm:pt>
    <dgm:pt modelId="{37AFC0F1-2BAF-4ED4-8AF7-3CAB00DADC5C}" type="pres">
      <dgm:prSet presAssocID="{0A26391F-87CC-4178-B856-D9B79CBEE7A0}" presName="node" presStyleLbl="node1" presStyleIdx="8" presStyleCnt="11">
        <dgm:presLayoutVars>
          <dgm:bulletEnabled val="1"/>
        </dgm:presLayoutVars>
      </dgm:prSet>
      <dgm:spPr/>
    </dgm:pt>
    <dgm:pt modelId="{D73011A6-0F02-4E8F-A10B-C0C7C12BD337}" type="pres">
      <dgm:prSet presAssocID="{B492740F-4AE3-4EEF-BA2E-C21FC945A7DE}" presName="sibTrans" presStyleCnt="0"/>
      <dgm:spPr/>
    </dgm:pt>
    <dgm:pt modelId="{5FC4113D-01D5-4AD0-94D8-59A0E5E27655}" type="pres">
      <dgm:prSet presAssocID="{FF749167-EB87-4458-8D2B-3A2B3ADAE1FE}" presName="node" presStyleLbl="node1" presStyleIdx="9" presStyleCnt="11">
        <dgm:presLayoutVars>
          <dgm:bulletEnabled val="1"/>
        </dgm:presLayoutVars>
      </dgm:prSet>
      <dgm:spPr/>
    </dgm:pt>
    <dgm:pt modelId="{AF54AE0D-CBA2-4279-A1F0-B6E38221B709}" type="pres">
      <dgm:prSet presAssocID="{0CE8C183-5931-4319-8B3E-0BC1E0D205E4}" presName="sibTrans" presStyleCnt="0"/>
      <dgm:spPr/>
    </dgm:pt>
    <dgm:pt modelId="{4E19EC52-7A6D-4C1C-A9C7-A5C160E37CED}" type="pres">
      <dgm:prSet presAssocID="{AEFE73F6-3D1E-434F-B27B-C6EB0A4447BD}" presName="node" presStyleLbl="node1" presStyleIdx="10" presStyleCnt="11">
        <dgm:presLayoutVars>
          <dgm:bulletEnabled val="1"/>
        </dgm:presLayoutVars>
      </dgm:prSet>
      <dgm:spPr/>
    </dgm:pt>
  </dgm:ptLst>
  <dgm:cxnLst>
    <dgm:cxn modelId="{C9E58D01-A3F3-41CF-B79F-43D498E1F955}" type="presOf" srcId="{AEFE73F6-3D1E-434F-B27B-C6EB0A4447BD}" destId="{4E19EC52-7A6D-4C1C-A9C7-A5C160E37CED}" srcOrd="0" destOrd="0" presId="urn:microsoft.com/office/officeart/2005/8/layout/default"/>
    <dgm:cxn modelId="{A813A003-C0BE-4672-BE73-8DF1BE105918}" srcId="{ACAA8DB1-0EB7-48CD-8857-8E57E0C49DA6}" destId="{97D38DF7-B2A9-4363-BDC0-DB9A63A76154}" srcOrd="6" destOrd="0" parTransId="{E423570C-7334-4B92-89BE-F4FA9D107D12}" sibTransId="{A83B9E69-0871-4B96-9261-B7B163DD7A7D}"/>
    <dgm:cxn modelId="{2352B30D-3B7E-4C94-B374-C11AC02517B1}" srcId="{ACAA8DB1-0EB7-48CD-8857-8E57E0C49DA6}" destId="{CF30E186-FF1D-48DF-BC9F-3143855AA094}" srcOrd="2" destOrd="0" parTransId="{08F04BA5-5C16-4C36-9BD7-BFAEDFDCE734}" sibTransId="{B91DC10C-AD71-4A0D-B82C-B90B6A132D45}"/>
    <dgm:cxn modelId="{D5589612-5149-4A58-A9C6-8C36A1015E03}" type="presOf" srcId="{AF7EE5D1-38A6-4887-BF99-0961CAF84C2B}" destId="{74254EB3-544F-4A8B-9DDF-263BC96471E0}" srcOrd="0" destOrd="0" presId="urn:microsoft.com/office/officeart/2005/8/layout/default"/>
    <dgm:cxn modelId="{E1546130-7D98-4DE3-AB09-AC20EE5B7059}" srcId="{ACAA8DB1-0EB7-48CD-8857-8E57E0C49DA6}" destId="{47E7143B-A5E6-4282-B358-9AD95F0CD81B}" srcOrd="1" destOrd="0" parTransId="{95EBA487-885C-4E88-BBF9-3181D88BB4D1}" sibTransId="{0C2822D8-7F8A-4426-8290-820DECD5A15C}"/>
    <dgm:cxn modelId="{BCB6DF40-26F2-409C-8586-E9DA3C6621FF}" type="presOf" srcId="{FF749167-EB87-4458-8D2B-3A2B3ADAE1FE}" destId="{5FC4113D-01D5-4AD0-94D8-59A0E5E27655}" srcOrd="0" destOrd="0" presId="urn:microsoft.com/office/officeart/2005/8/layout/default"/>
    <dgm:cxn modelId="{FDEDA445-5F20-47BB-9009-CC559E4C71AB}" type="presOf" srcId="{0A26391F-87CC-4178-B856-D9B79CBEE7A0}" destId="{37AFC0F1-2BAF-4ED4-8AF7-3CAB00DADC5C}" srcOrd="0" destOrd="0" presId="urn:microsoft.com/office/officeart/2005/8/layout/default"/>
    <dgm:cxn modelId="{38EECF6B-B6F7-4439-81FC-6C5A85790E14}" srcId="{ACAA8DB1-0EB7-48CD-8857-8E57E0C49DA6}" destId="{BF70BB67-9C04-4C7A-B6B6-DB6C08D52CEC}" srcOrd="0" destOrd="0" parTransId="{56E7EBD5-2681-4800-B718-F05C8A226085}" sibTransId="{420A5613-8C1C-4EA4-8FF3-B17428526E44}"/>
    <dgm:cxn modelId="{A1807772-5CB1-4104-8BE9-53877F6ADCDC}" type="presOf" srcId="{97D38DF7-B2A9-4363-BDC0-DB9A63A76154}" destId="{D4ACDD92-9179-45F1-A158-6D20F225E780}" srcOrd="0" destOrd="0" presId="urn:microsoft.com/office/officeart/2005/8/layout/default"/>
    <dgm:cxn modelId="{F3190273-3D00-4081-A211-944E7F0B2202}" srcId="{ACAA8DB1-0EB7-48CD-8857-8E57E0C49DA6}" destId="{AEFE73F6-3D1E-434F-B27B-C6EB0A4447BD}" srcOrd="10" destOrd="0" parTransId="{58FC2124-9961-4487-9B78-08A7A0059DF5}" sibTransId="{D6E22890-8226-4A63-9728-038CD8DFC93A}"/>
    <dgm:cxn modelId="{1963FC88-3D9A-42FC-9E74-90EEE6BD497C}" srcId="{ACAA8DB1-0EB7-48CD-8857-8E57E0C49DA6}" destId="{0A26391F-87CC-4178-B856-D9B79CBEE7A0}" srcOrd="8" destOrd="0" parTransId="{39E1D82A-F82B-4081-8152-38149C5B1451}" sibTransId="{B492740F-4AE3-4EEF-BA2E-C21FC945A7DE}"/>
    <dgm:cxn modelId="{987FF58C-1A53-4059-A63C-B32B4CD96931}" type="presOf" srcId="{74DD41ED-4000-48A3-8C20-D0E24670CCBF}" destId="{E4BFAFB5-E554-4435-AB3E-E635D88A3CFB}" srcOrd="0" destOrd="0" presId="urn:microsoft.com/office/officeart/2005/8/layout/default"/>
    <dgm:cxn modelId="{14CB8297-5259-43F9-94DC-950A3A3B48E5}" type="presOf" srcId="{90F05532-D9DF-4746-AF20-389A3F285D67}" destId="{6DFC2412-8D80-4B3F-B57C-4BD36E7F3C96}" srcOrd="0" destOrd="0" presId="urn:microsoft.com/office/officeart/2005/8/layout/default"/>
    <dgm:cxn modelId="{47DC9DA6-8A03-4E5C-B6AF-432A0F22F126}" srcId="{ACAA8DB1-0EB7-48CD-8857-8E57E0C49DA6}" destId="{AF7EE5D1-38A6-4887-BF99-0961CAF84C2B}" srcOrd="7" destOrd="0" parTransId="{1A90F3D2-A823-44B7-83DD-BC69CFA42875}" sibTransId="{36080B04-3714-44D0-AEE2-30B2F7E5E3EC}"/>
    <dgm:cxn modelId="{5AE454D1-3E00-45CE-A548-7C608E978A69}" type="presOf" srcId="{ACAA8DB1-0EB7-48CD-8857-8E57E0C49DA6}" destId="{4669630A-63B5-4579-9531-476FAAFC130E}" srcOrd="0" destOrd="0" presId="urn:microsoft.com/office/officeart/2005/8/layout/default"/>
    <dgm:cxn modelId="{F2C831D8-3264-46CE-923C-08652D0224E3}" type="presOf" srcId="{CF30E186-FF1D-48DF-BC9F-3143855AA094}" destId="{AB4C1367-E2D0-48FC-92B2-16C56A5F30F6}" srcOrd="0" destOrd="0" presId="urn:microsoft.com/office/officeart/2005/8/layout/default"/>
    <dgm:cxn modelId="{37B49ADF-FF69-4A47-9FFF-3FC4FD698DAF}" srcId="{ACAA8DB1-0EB7-48CD-8857-8E57E0C49DA6}" destId="{90F05532-D9DF-4746-AF20-389A3F285D67}" srcOrd="4" destOrd="0" parTransId="{C4D3304F-12CC-4C93-835C-3CC4262503B6}" sibTransId="{9D320ADC-5706-4EF7-BFC3-AE3887BA10E1}"/>
    <dgm:cxn modelId="{3663F6DF-8550-46C8-83A8-1DA5EEE03F67}" srcId="{ACAA8DB1-0EB7-48CD-8857-8E57E0C49DA6}" destId="{74DD41ED-4000-48A3-8C20-D0E24670CCBF}" srcOrd="3" destOrd="0" parTransId="{89A9B31E-60B2-4BD9-8ECA-12F400672827}" sibTransId="{2F35F4E3-475C-487B-AF6A-08F7F6674161}"/>
    <dgm:cxn modelId="{27FAB2E0-E995-4A5F-BC13-44494EB5461C}" type="presOf" srcId="{BF70BB67-9C04-4C7A-B6B6-DB6C08D52CEC}" destId="{9344A44E-DEC2-4DB1-95FC-FFEC4013BCCE}" srcOrd="0" destOrd="0" presId="urn:microsoft.com/office/officeart/2005/8/layout/default"/>
    <dgm:cxn modelId="{743CECE8-3FBC-404D-88BC-8F94B6E9EA18}" srcId="{ACAA8DB1-0EB7-48CD-8857-8E57E0C49DA6}" destId="{FF749167-EB87-4458-8D2B-3A2B3ADAE1FE}" srcOrd="9" destOrd="0" parTransId="{058BA98E-A4A8-44CE-9B02-AF97BDFE594C}" sibTransId="{0CE8C183-5931-4319-8B3E-0BC1E0D205E4}"/>
    <dgm:cxn modelId="{DB2C61F4-5496-4135-A5B7-30C30A7E6901}" type="presOf" srcId="{8A902C31-E26A-4B93-B545-DE7CA74E6C27}" destId="{0F560F81-3730-41D9-A287-F20EFEAAEFDE}" srcOrd="0" destOrd="0" presId="urn:microsoft.com/office/officeart/2005/8/layout/default"/>
    <dgm:cxn modelId="{C3DE36FB-7BB6-4C6A-814F-5EC1D3DAE01E}" srcId="{ACAA8DB1-0EB7-48CD-8857-8E57E0C49DA6}" destId="{8A902C31-E26A-4B93-B545-DE7CA74E6C27}" srcOrd="5" destOrd="0" parTransId="{CDBD2043-2468-4A66-9A0D-E8331880B7DB}" sibTransId="{67C3A880-7090-4CE0-93DC-4657CB6FC5FB}"/>
    <dgm:cxn modelId="{CFCF78FE-D602-4E62-AA69-D47ABAEB06BE}" type="presOf" srcId="{47E7143B-A5E6-4282-B358-9AD95F0CD81B}" destId="{B2781A6C-127C-4ED9-B547-28C7E63BFCFB}" srcOrd="0" destOrd="0" presId="urn:microsoft.com/office/officeart/2005/8/layout/default"/>
    <dgm:cxn modelId="{F3AEE4C5-CDA3-455E-A4BD-6C2F9DB5361C}" type="presParOf" srcId="{4669630A-63B5-4579-9531-476FAAFC130E}" destId="{9344A44E-DEC2-4DB1-95FC-FFEC4013BCCE}" srcOrd="0" destOrd="0" presId="urn:microsoft.com/office/officeart/2005/8/layout/default"/>
    <dgm:cxn modelId="{259E6805-C741-43EC-889A-DBF918305FA7}" type="presParOf" srcId="{4669630A-63B5-4579-9531-476FAAFC130E}" destId="{0C393BCF-BA9D-4FFD-9EDD-69408C684387}" srcOrd="1" destOrd="0" presId="urn:microsoft.com/office/officeart/2005/8/layout/default"/>
    <dgm:cxn modelId="{F900B53B-500B-479C-AB59-DE39A167D9B0}" type="presParOf" srcId="{4669630A-63B5-4579-9531-476FAAFC130E}" destId="{B2781A6C-127C-4ED9-B547-28C7E63BFCFB}" srcOrd="2" destOrd="0" presId="urn:microsoft.com/office/officeart/2005/8/layout/default"/>
    <dgm:cxn modelId="{CCFCD787-6F2F-46A8-A583-0BFD38FE85F5}" type="presParOf" srcId="{4669630A-63B5-4579-9531-476FAAFC130E}" destId="{34BEF2CA-5E03-4314-B4C0-198AA957A2C2}" srcOrd="3" destOrd="0" presId="urn:microsoft.com/office/officeart/2005/8/layout/default"/>
    <dgm:cxn modelId="{A7C374D5-B3D3-4E92-9031-EF5B59124ABA}" type="presParOf" srcId="{4669630A-63B5-4579-9531-476FAAFC130E}" destId="{AB4C1367-E2D0-48FC-92B2-16C56A5F30F6}" srcOrd="4" destOrd="0" presId="urn:microsoft.com/office/officeart/2005/8/layout/default"/>
    <dgm:cxn modelId="{13C5740F-7449-4D1A-8CF1-52A738191CC3}" type="presParOf" srcId="{4669630A-63B5-4579-9531-476FAAFC130E}" destId="{E18EA931-2118-440F-BB79-C47AFA0F24A4}" srcOrd="5" destOrd="0" presId="urn:microsoft.com/office/officeart/2005/8/layout/default"/>
    <dgm:cxn modelId="{66C1C7DA-0E5E-4C64-AE77-C329D1EA0593}" type="presParOf" srcId="{4669630A-63B5-4579-9531-476FAAFC130E}" destId="{E4BFAFB5-E554-4435-AB3E-E635D88A3CFB}" srcOrd="6" destOrd="0" presId="urn:microsoft.com/office/officeart/2005/8/layout/default"/>
    <dgm:cxn modelId="{77151EC6-AD30-436D-83A1-AF1BB8A3517D}" type="presParOf" srcId="{4669630A-63B5-4579-9531-476FAAFC130E}" destId="{54F11C5E-BA49-4386-8638-F59AB2B45D89}" srcOrd="7" destOrd="0" presId="urn:microsoft.com/office/officeart/2005/8/layout/default"/>
    <dgm:cxn modelId="{AA7A708A-F396-4FEA-9132-69AAC4455E08}" type="presParOf" srcId="{4669630A-63B5-4579-9531-476FAAFC130E}" destId="{6DFC2412-8D80-4B3F-B57C-4BD36E7F3C96}" srcOrd="8" destOrd="0" presId="urn:microsoft.com/office/officeart/2005/8/layout/default"/>
    <dgm:cxn modelId="{58B5D418-3886-45D3-8BB3-8D7619AD10D6}" type="presParOf" srcId="{4669630A-63B5-4579-9531-476FAAFC130E}" destId="{F04CBC4C-1910-45DA-AC5D-22FC9B5AE83E}" srcOrd="9" destOrd="0" presId="urn:microsoft.com/office/officeart/2005/8/layout/default"/>
    <dgm:cxn modelId="{D9444A86-EF20-491A-B4E8-88CA222DF0C8}" type="presParOf" srcId="{4669630A-63B5-4579-9531-476FAAFC130E}" destId="{0F560F81-3730-41D9-A287-F20EFEAAEFDE}" srcOrd="10" destOrd="0" presId="urn:microsoft.com/office/officeart/2005/8/layout/default"/>
    <dgm:cxn modelId="{D171AF52-C25C-468D-9B86-5258A1665017}" type="presParOf" srcId="{4669630A-63B5-4579-9531-476FAAFC130E}" destId="{89B902C3-7DF5-48C1-85EE-3C5127DC6868}" srcOrd="11" destOrd="0" presId="urn:microsoft.com/office/officeart/2005/8/layout/default"/>
    <dgm:cxn modelId="{6D4567C9-753C-4DEA-AC0D-BF96C58C81F3}" type="presParOf" srcId="{4669630A-63B5-4579-9531-476FAAFC130E}" destId="{D4ACDD92-9179-45F1-A158-6D20F225E780}" srcOrd="12" destOrd="0" presId="urn:microsoft.com/office/officeart/2005/8/layout/default"/>
    <dgm:cxn modelId="{07C749BE-4284-40BD-AE2D-FB6B82A200F0}" type="presParOf" srcId="{4669630A-63B5-4579-9531-476FAAFC130E}" destId="{F781367A-4B45-4E8C-A3FE-071A4AF192C2}" srcOrd="13" destOrd="0" presId="urn:microsoft.com/office/officeart/2005/8/layout/default"/>
    <dgm:cxn modelId="{4F9CB384-01F6-490E-A2BD-F63D4213FF23}" type="presParOf" srcId="{4669630A-63B5-4579-9531-476FAAFC130E}" destId="{74254EB3-544F-4A8B-9DDF-263BC96471E0}" srcOrd="14" destOrd="0" presId="urn:microsoft.com/office/officeart/2005/8/layout/default"/>
    <dgm:cxn modelId="{C4CFC0A4-48EF-4045-BC68-45AB110DC649}" type="presParOf" srcId="{4669630A-63B5-4579-9531-476FAAFC130E}" destId="{12029DF0-B6A9-49DD-88CB-5659DC26F612}" srcOrd="15" destOrd="0" presId="urn:microsoft.com/office/officeart/2005/8/layout/default"/>
    <dgm:cxn modelId="{C18C1F52-FF55-4DFC-976E-6C9AB97518CC}" type="presParOf" srcId="{4669630A-63B5-4579-9531-476FAAFC130E}" destId="{37AFC0F1-2BAF-4ED4-8AF7-3CAB00DADC5C}" srcOrd="16" destOrd="0" presId="urn:microsoft.com/office/officeart/2005/8/layout/default"/>
    <dgm:cxn modelId="{C2269704-D1D0-473D-9D73-608B884773AE}" type="presParOf" srcId="{4669630A-63B5-4579-9531-476FAAFC130E}" destId="{D73011A6-0F02-4E8F-A10B-C0C7C12BD337}" srcOrd="17" destOrd="0" presId="urn:microsoft.com/office/officeart/2005/8/layout/default"/>
    <dgm:cxn modelId="{26311DFE-8DEC-4469-80CF-A556AD6CEA36}" type="presParOf" srcId="{4669630A-63B5-4579-9531-476FAAFC130E}" destId="{5FC4113D-01D5-4AD0-94D8-59A0E5E27655}" srcOrd="18" destOrd="0" presId="urn:microsoft.com/office/officeart/2005/8/layout/default"/>
    <dgm:cxn modelId="{6F593EE5-7DF0-494D-86E5-2F98112C226C}" type="presParOf" srcId="{4669630A-63B5-4579-9531-476FAAFC130E}" destId="{AF54AE0D-CBA2-4279-A1F0-B6E38221B709}" srcOrd="19" destOrd="0" presId="urn:microsoft.com/office/officeart/2005/8/layout/default"/>
    <dgm:cxn modelId="{A78B4497-2064-41F2-88E5-4E8ABAC9A48E}" type="presParOf" srcId="{4669630A-63B5-4579-9531-476FAAFC130E}" destId="{4E19EC52-7A6D-4C1C-A9C7-A5C160E37CED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AA8DB1-0EB7-48CD-8857-8E57E0C49DA6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4669630A-63B5-4579-9531-476FAAFC130E}" type="pres">
      <dgm:prSet presAssocID="{ACAA8DB1-0EB7-48CD-8857-8E57E0C49DA6}" presName="diagram" presStyleCnt="0">
        <dgm:presLayoutVars>
          <dgm:dir/>
          <dgm:resizeHandles val="exact"/>
        </dgm:presLayoutVars>
      </dgm:prSet>
      <dgm:spPr/>
    </dgm:pt>
  </dgm:ptLst>
  <dgm:cxnLst>
    <dgm:cxn modelId="{5AE454D1-3E00-45CE-A548-7C608E978A69}" type="presOf" srcId="{ACAA8DB1-0EB7-48CD-8857-8E57E0C49DA6}" destId="{4669630A-63B5-4579-9531-476FAAFC130E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AA8DB1-0EB7-48CD-8857-8E57E0C49DA6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F70BB67-9C04-4C7A-B6B6-DB6C08D52CEC}">
      <dgm:prSet/>
      <dgm:spPr/>
      <dgm:t>
        <a:bodyPr/>
        <a:lstStyle/>
        <a:p>
          <a:r>
            <a:rPr lang="en-US" b="0" i="0" u="none" strike="noStrike" dirty="0">
              <a:effectLst/>
            </a:rPr>
            <a:t>GitHub</a:t>
          </a:r>
          <a:endParaRPr lang="en-US" dirty="0"/>
        </a:p>
      </dgm:t>
    </dgm:pt>
    <dgm:pt modelId="{56E7EBD5-2681-4800-B718-F05C8A226085}" type="parTrans" cxnId="{38EECF6B-B6F7-4439-81FC-6C5A85790E14}">
      <dgm:prSet/>
      <dgm:spPr/>
      <dgm:t>
        <a:bodyPr/>
        <a:lstStyle/>
        <a:p>
          <a:endParaRPr lang="en-US"/>
        </a:p>
      </dgm:t>
    </dgm:pt>
    <dgm:pt modelId="{420A5613-8C1C-4EA4-8FF3-B17428526E44}" type="sibTrans" cxnId="{38EECF6B-B6F7-4439-81FC-6C5A85790E14}">
      <dgm:prSet/>
      <dgm:spPr/>
      <dgm:t>
        <a:bodyPr/>
        <a:lstStyle/>
        <a:p>
          <a:endParaRPr lang="en-US"/>
        </a:p>
      </dgm:t>
    </dgm:pt>
    <dgm:pt modelId="{47E7143B-A5E6-4282-B358-9AD95F0CD81B}">
      <dgm:prSet/>
      <dgm:spPr/>
      <dgm:t>
        <a:bodyPr/>
        <a:lstStyle/>
        <a:p>
          <a:r>
            <a:rPr lang="en-US" b="0" i="0" u="none" strike="noStrike" dirty="0">
              <a:effectLst/>
            </a:rPr>
            <a:t>GitLab</a:t>
          </a:r>
          <a:endParaRPr lang="en-US" dirty="0"/>
        </a:p>
      </dgm:t>
    </dgm:pt>
    <dgm:pt modelId="{95EBA487-885C-4E88-BBF9-3181D88BB4D1}" type="parTrans" cxnId="{E1546130-7D98-4DE3-AB09-AC20EE5B7059}">
      <dgm:prSet/>
      <dgm:spPr/>
      <dgm:t>
        <a:bodyPr/>
        <a:lstStyle/>
        <a:p>
          <a:endParaRPr lang="en-US"/>
        </a:p>
      </dgm:t>
    </dgm:pt>
    <dgm:pt modelId="{0C2822D8-7F8A-4426-8290-820DECD5A15C}" type="sibTrans" cxnId="{E1546130-7D98-4DE3-AB09-AC20EE5B7059}">
      <dgm:prSet/>
      <dgm:spPr/>
      <dgm:t>
        <a:bodyPr/>
        <a:lstStyle/>
        <a:p>
          <a:endParaRPr lang="en-US"/>
        </a:p>
      </dgm:t>
    </dgm:pt>
    <dgm:pt modelId="{CF30E186-FF1D-48DF-BC9F-3143855AA094}">
      <dgm:prSet/>
      <dgm:spPr/>
      <dgm:t>
        <a:bodyPr/>
        <a:lstStyle/>
        <a:p>
          <a:r>
            <a:rPr lang="en-US" b="0" i="0" u="none" strike="noStrike" dirty="0">
              <a:effectLst/>
            </a:rPr>
            <a:t>Bitbucket</a:t>
          </a:r>
          <a:endParaRPr lang="en-US" dirty="0"/>
        </a:p>
      </dgm:t>
    </dgm:pt>
    <dgm:pt modelId="{08F04BA5-5C16-4C36-9BD7-BFAEDFDCE734}" type="parTrans" cxnId="{2352B30D-3B7E-4C94-B374-C11AC02517B1}">
      <dgm:prSet/>
      <dgm:spPr/>
      <dgm:t>
        <a:bodyPr/>
        <a:lstStyle/>
        <a:p>
          <a:endParaRPr lang="en-US"/>
        </a:p>
      </dgm:t>
    </dgm:pt>
    <dgm:pt modelId="{B91DC10C-AD71-4A0D-B82C-B90B6A132D45}" type="sibTrans" cxnId="{2352B30D-3B7E-4C94-B374-C11AC02517B1}">
      <dgm:prSet/>
      <dgm:spPr/>
      <dgm:t>
        <a:bodyPr/>
        <a:lstStyle/>
        <a:p>
          <a:endParaRPr lang="en-US"/>
        </a:p>
      </dgm:t>
    </dgm:pt>
    <dgm:pt modelId="{74DD41ED-4000-48A3-8C20-D0E24670CCBF}">
      <dgm:prSet/>
      <dgm:spPr/>
      <dgm:t>
        <a:bodyPr/>
        <a:lstStyle/>
        <a:p>
          <a:r>
            <a:rPr lang="en-US" b="0" i="0" u="none" strike="noStrike" dirty="0">
              <a:effectLst/>
            </a:rPr>
            <a:t>Bitbucket Server (On-Premise)</a:t>
          </a:r>
          <a:endParaRPr lang="en-US" dirty="0"/>
        </a:p>
      </dgm:t>
    </dgm:pt>
    <dgm:pt modelId="{89A9B31E-60B2-4BD9-8ECA-12F400672827}" type="parTrans" cxnId="{3663F6DF-8550-46C8-83A8-1DA5EEE03F67}">
      <dgm:prSet/>
      <dgm:spPr/>
      <dgm:t>
        <a:bodyPr/>
        <a:lstStyle/>
        <a:p>
          <a:endParaRPr lang="en-US"/>
        </a:p>
      </dgm:t>
    </dgm:pt>
    <dgm:pt modelId="{2F35F4E3-475C-487B-AF6A-08F7F6674161}" type="sibTrans" cxnId="{3663F6DF-8550-46C8-83A8-1DA5EEE03F67}">
      <dgm:prSet/>
      <dgm:spPr/>
      <dgm:t>
        <a:bodyPr/>
        <a:lstStyle/>
        <a:p>
          <a:endParaRPr lang="en-US"/>
        </a:p>
      </dgm:t>
    </dgm:pt>
    <dgm:pt modelId="{90F05532-D9DF-4746-AF20-389A3F285D67}">
      <dgm:prSet/>
      <dgm:spPr/>
      <dgm:t>
        <a:bodyPr/>
        <a:lstStyle/>
        <a:p>
          <a:r>
            <a:rPr lang="en-US" b="0" i="0" u="none" strike="noStrike" dirty="0">
              <a:effectLst/>
            </a:rPr>
            <a:t>Azure DevOps</a:t>
          </a:r>
          <a:endParaRPr lang="en-US" dirty="0"/>
        </a:p>
      </dgm:t>
    </dgm:pt>
    <dgm:pt modelId="{C4D3304F-12CC-4C93-835C-3CC4262503B6}" type="parTrans" cxnId="{37B49ADF-FF69-4A47-9FFF-3FC4FD698DAF}">
      <dgm:prSet/>
      <dgm:spPr/>
      <dgm:t>
        <a:bodyPr/>
        <a:lstStyle/>
        <a:p>
          <a:endParaRPr lang="en-US"/>
        </a:p>
      </dgm:t>
    </dgm:pt>
    <dgm:pt modelId="{9D320ADC-5706-4EF7-BFC3-AE3887BA10E1}" type="sibTrans" cxnId="{37B49ADF-FF69-4A47-9FFF-3FC4FD698DAF}">
      <dgm:prSet/>
      <dgm:spPr/>
      <dgm:t>
        <a:bodyPr/>
        <a:lstStyle/>
        <a:p>
          <a:endParaRPr lang="en-US"/>
        </a:p>
      </dgm:t>
    </dgm:pt>
    <dgm:pt modelId="{4669630A-63B5-4579-9531-476FAAFC130E}" type="pres">
      <dgm:prSet presAssocID="{ACAA8DB1-0EB7-48CD-8857-8E57E0C49DA6}" presName="diagram" presStyleCnt="0">
        <dgm:presLayoutVars>
          <dgm:dir/>
          <dgm:resizeHandles val="exact"/>
        </dgm:presLayoutVars>
      </dgm:prSet>
      <dgm:spPr/>
    </dgm:pt>
    <dgm:pt modelId="{9344A44E-DEC2-4DB1-95FC-FFEC4013BCCE}" type="pres">
      <dgm:prSet presAssocID="{BF70BB67-9C04-4C7A-B6B6-DB6C08D52CEC}" presName="node" presStyleLbl="node1" presStyleIdx="0" presStyleCnt="5">
        <dgm:presLayoutVars>
          <dgm:bulletEnabled val="1"/>
        </dgm:presLayoutVars>
      </dgm:prSet>
      <dgm:spPr/>
    </dgm:pt>
    <dgm:pt modelId="{0C393BCF-BA9D-4FFD-9EDD-69408C684387}" type="pres">
      <dgm:prSet presAssocID="{420A5613-8C1C-4EA4-8FF3-B17428526E44}" presName="sibTrans" presStyleCnt="0"/>
      <dgm:spPr/>
    </dgm:pt>
    <dgm:pt modelId="{B2781A6C-127C-4ED9-B547-28C7E63BFCFB}" type="pres">
      <dgm:prSet presAssocID="{47E7143B-A5E6-4282-B358-9AD95F0CD81B}" presName="node" presStyleLbl="node1" presStyleIdx="1" presStyleCnt="5">
        <dgm:presLayoutVars>
          <dgm:bulletEnabled val="1"/>
        </dgm:presLayoutVars>
      </dgm:prSet>
      <dgm:spPr/>
    </dgm:pt>
    <dgm:pt modelId="{34BEF2CA-5E03-4314-B4C0-198AA957A2C2}" type="pres">
      <dgm:prSet presAssocID="{0C2822D8-7F8A-4426-8290-820DECD5A15C}" presName="sibTrans" presStyleCnt="0"/>
      <dgm:spPr/>
    </dgm:pt>
    <dgm:pt modelId="{AB4C1367-E2D0-48FC-92B2-16C56A5F30F6}" type="pres">
      <dgm:prSet presAssocID="{CF30E186-FF1D-48DF-BC9F-3143855AA094}" presName="node" presStyleLbl="node1" presStyleIdx="2" presStyleCnt="5">
        <dgm:presLayoutVars>
          <dgm:bulletEnabled val="1"/>
        </dgm:presLayoutVars>
      </dgm:prSet>
      <dgm:spPr/>
    </dgm:pt>
    <dgm:pt modelId="{E18EA931-2118-440F-BB79-C47AFA0F24A4}" type="pres">
      <dgm:prSet presAssocID="{B91DC10C-AD71-4A0D-B82C-B90B6A132D45}" presName="sibTrans" presStyleCnt="0"/>
      <dgm:spPr/>
    </dgm:pt>
    <dgm:pt modelId="{E4BFAFB5-E554-4435-AB3E-E635D88A3CFB}" type="pres">
      <dgm:prSet presAssocID="{74DD41ED-4000-48A3-8C20-D0E24670CCBF}" presName="node" presStyleLbl="node1" presStyleIdx="3" presStyleCnt="5">
        <dgm:presLayoutVars>
          <dgm:bulletEnabled val="1"/>
        </dgm:presLayoutVars>
      </dgm:prSet>
      <dgm:spPr/>
    </dgm:pt>
    <dgm:pt modelId="{54F11C5E-BA49-4386-8638-F59AB2B45D89}" type="pres">
      <dgm:prSet presAssocID="{2F35F4E3-475C-487B-AF6A-08F7F6674161}" presName="sibTrans" presStyleCnt="0"/>
      <dgm:spPr/>
    </dgm:pt>
    <dgm:pt modelId="{6DFC2412-8D80-4B3F-B57C-4BD36E7F3C96}" type="pres">
      <dgm:prSet presAssocID="{90F05532-D9DF-4746-AF20-389A3F285D67}" presName="node" presStyleLbl="node1" presStyleIdx="4" presStyleCnt="5">
        <dgm:presLayoutVars>
          <dgm:bulletEnabled val="1"/>
        </dgm:presLayoutVars>
      </dgm:prSet>
      <dgm:spPr/>
    </dgm:pt>
  </dgm:ptLst>
  <dgm:cxnLst>
    <dgm:cxn modelId="{2352B30D-3B7E-4C94-B374-C11AC02517B1}" srcId="{ACAA8DB1-0EB7-48CD-8857-8E57E0C49DA6}" destId="{CF30E186-FF1D-48DF-BC9F-3143855AA094}" srcOrd="2" destOrd="0" parTransId="{08F04BA5-5C16-4C36-9BD7-BFAEDFDCE734}" sibTransId="{B91DC10C-AD71-4A0D-B82C-B90B6A132D45}"/>
    <dgm:cxn modelId="{E1546130-7D98-4DE3-AB09-AC20EE5B7059}" srcId="{ACAA8DB1-0EB7-48CD-8857-8E57E0C49DA6}" destId="{47E7143B-A5E6-4282-B358-9AD95F0CD81B}" srcOrd="1" destOrd="0" parTransId="{95EBA487-885C-4E88-BBF9-3181D88BB4D1}" sibTransId="{0C2822D8-7F8A-4426-8290-820DECD5A15C}"/>
    <dgm:cxn modelId="{38EECF6B-B6F7-4439-81FC-6C5A85790E14}" srcId="{ACAA8DB1-0EB7-48CD-8857-8E57E0C49DA6}" destId="{BF70BB67-9C04-4C7A-B6B6-DB6C08D52CEC}" srcOrd="0" destOrd="0" parTransId="{56E7EBD5-2681-4800-B718-F05C8A226085}" sibTransId="{420A5613-8C1C-4EA4-8FF3-B17428526E44}"/>
    <dgm:cxn modelId="{987FF58C-1A53-4059-A63C-B32B4CD96931}" type="presOf" srcId="{74DD41ED-4000-48A3-8C20-D0E24670CCBF}" destId="{E4BFAFB5-E554-4435-AB3E-E635D88A3CFB}" srcOrd="0" destOrd="0" presId="urn:microsoft.com/office/officeart/2005/8/layout/default"/>
    <dgm:cxn modelId="{14CB8297-5259-43F9-94DC-950A3A3B48E5}" type="presOf" srcId="{90F05532-D9DF-4746-AF20-389A3F285D67}" destId="{6DFC2412-8D80-4B3F-B57C-4BD36E7F3C96}" srcOrd="0" destOrd="0" presId="urn:microsoft.com/office/officeart/2005/8/layout/default"/>
    <dgm:cxn modelId="{5AE454D1-3E00-45CE-A548-7C608E978A69}" type="presOf" srcId="{ACAA8DB1-0EB7-48CD-8857-8E57E0C49DA6}" destId="{4669630A-63B5-4579-9531-476FAAFC130E}" srcOrd="0" destOrd="0" presId="urn:microsoft.com/office/officeart/2005/8/layout/default"/>
    <dgm:cxn modelId="{F2C831D8-3264-46CE-923C-08652D0224E3}" type="presOf" srcId="{CF30E186-FF1D-48DF-BC9F-3143855AA094}" destId="{AB4C1367-E2D0-48FC-92B2-16C56A5F30F6}" srcOrd="0" destOrd="0" presId="urn:microsoft.com/office/officeart/2005/8/layout/default"/>
    <dgm:cxn modelId="{37B49ADF-FF69-4A47-9FFF-3FC4FD698DAF}" srcId="{ACAA8DB1-0EB7-48CD-8857-8E57E0C49DA6}" destId="{90F05532-D9DF-4746-AF20-389A3F285D67}" srcOrd="4" destOrd="0" parTransId="{C4D3304F-12CC-4C93-835C-3CC4262503B6}" sibTransId="{9D320ADC-5706-4EF7-BFC3-AE3887BA10E1}"/>
    <dgm:cxn modelId="{3663F6DF-8550-46C8-83A8-1DA5EEE03F67}" srcId="{ACAA8DB1-0EB7-48CD-8857-8E57E0C49DA6}" destId="{74DD41ED-4000-48A3-8C20-D0E24670CCBF}" srcOrd="3" destOrd="0" parTransId="{89A9B31E-60B2-4BD9-8ECA-12F400672827}" sibTransId="{2F35F4E3-475C-487B-AF6A-08F7F6674161}"/>
    <dgm:cxn modelId="{27FAB2E0-E995-4A5F-BC13-44494EB5461C}" type="presOf" srcId="{BF70BB67-9C04-4C7A-B6B6-DB6C08D52CEC}" destId="{9344A44E-DEC2-4DB1-95FC-FFEC4013BCCE}" srcOrd="0" destOrd="0" presId="urn:microsoft.com/office/officeart/2005/8/layout/default"/>
    <dgm:cxn modelId="{CFCF78FE-D602-4E62-AA69-D47ABAEB06BE}" type="presOf" srcId="{47E7143B-A5E6-4282-B358-9AD95F0CD81B}" destId="{B2781A6C-127C-4ED9-B547-28C7E63BFCFB}" srcOrd="0" destOrd="0" presId="urn:microsoft.com/office/officeart/2005/8/layout/default"/>
    <dgm:cxn modelId="{F3AEE4C5-CDA3-455E-A4BD-6C2F9DB5361C}" type="presParOf" srcId="{4669630A-63B5-4579-9531-476FAAFC130E}" destId="{9344A44E-DEC2-4DB1-95FC-FFEC4013BCCE}" srcOrd="0" destOrd="0" presId="urn:microsoft.com/office/officeart/2005/8/layout/default"/>
    <dgm:cxn modelId="{259E6805-C741-43EC-889A-DBF918305FA7}" type="presParOf" srcId="{4669630A-63B5-4579-9531-476FAAFC130E}" destId="{0C393BCF-BA9D-4FFD-9EDD-69408C684387}" srcOrd="1" destOrd="0" presId="urn:microsoft.com/office/officeart/2005/8/layout/default"/>
    <dgm:cxn modelId="{F900B53B-500B-479C-AB59-DE39A167D9B0}" type="presParOf" srcId="{4669630A-63B5-4579-9531-476FAAFC130E}" destId="{B2781A6C-127C-4ED9-B547-28C7E63BFCFB}" srcOrd="2" destOrd="0" presId="urn:microsoft.com/office/officeart/2005/8/layout/default"/>
    <dgm:cxn modelId="{CCFCD787-6F2F-46A8-A583-0BFD38FE85F5}" type="presParOf" srcId="{4669630A-63B5-4579-9531-476FAAFC130E}" destId="{34BEF2CA-5E03-4314-B4C0-198AA957A2C2}" srcOrd="3" destOrd="0" presId="urn:microsoft.com/office/officeart/2005/8/layout/default"/>
    <dgm:cxn modelId="{A7C374D5-B3D3-4E92-9031-EF5B59124ABA}" type="presParOf" srcId="{4669630A-63B5-4579-9531-476FAAFC130E}" destId="{AB4C1367-E2D0-48FC-92B2-16C56A5F30F6}" srcOrd="4" destOrd="0" presId="urn:microsoft.com/office/officeart/2005/8/layout/default"/>
    <dgm:cxn modelId="{13C5740F-7449-4D1A-8CF1-52A738191CC3}" type="presParOf" srcId="{4669630A-63B5-4579-9531-476FAAFC130E}" destId="{E18EA931-2118-440F-BB79-C47AFA0F24A4}" srcOrd="5" destOrd="0" presId="urn:microsoft.com/office/officeart/2005/8/layout/default"/>
    <dgm:cxn modelId="{66C1C7DA-0E5E-4C64-AE77-C329D1EA0593}" type="presParOf" srcId="{4669630A-63B5-4579-9531-476FAAFC130E}" destId="{E4BFAFB5-E554-4435-AB3E-E635D88A3CFB}" srcOrd="6" destOrd="0" presId="urn:microsoft.com/office/officeart/2005/8/layout/default"/>
    <dgm:cxn modelId="{77151EC6-AD30-436D-83A1-AF1BB8A3517D}" type="presParOf" srcId="{4669630A-63B5-4579-9531-476FAAFC130E}" destId="{54F11C5E-BA49-4386-8638-F59AB2B45D89}" srcOrd="7" destOrd="0" presId="urn:microsoft.com/office/officeart/2005/8/layout/default"/>
    <dgm:cxn modelId="{AA7A708A-F396-4FEA-9132-69AAC4455E08}" type="presParOf" srcId="{4669630A-63B5-4579-9531-476FAAFC130E}" destId="{6DFC2412-8D80-4B3F-B57C-4BD36E7F3C9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AA8DB1-0EB7-48CD-8857-8E57E0C49DA6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4669630A-63B5-4579-9531-476FAAFC130E}" type="pres">
      <dgm:prSet presAssocID="{ACAA8DB1-0EB7-48CD-8857-8E57E0C49DA6}" presName="diagram" presStyleCnt="0">
        <dgm:presLayoutVars>
          <dgm:dir/>
          <dgm:resizeHandles val="exact"/>
        </dgm:presLayoutVars>
      </dgm:prSet>
      <dgm:spPr/>
    </dgm:pt>
  </dgm:ptLst>
  <dgm:cxnLst>
    <dgm:cxn modelId="{5AE454D1-3E00-45CE-A548-7C608E978A69}" type="presOf" srcId="{ACAA8DB1-0EB7-48CD-8857-8E57E0C49DA6}" destId="{4669630A-63B5-4579-9531-476FAAFC130E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CAA8DB1-0EB7-48CD-8857-8E57E0C49DA6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F70BB67-9C04-4C7A-B6B6-DB6C08D52CEC}">
      <dgm:prSet/>
      <dgm:spPr/>
      <dgm:t>
        <a:bodyPr/>
        <a:lstStyle/>
        <a:p>
          <a:r>
            <a:rPr lang="en-US" b="0" i="0" u="none" strike="noStrike" dirty="0">
              <a:effectLst/>
            </a:rPr>
            <a:t>JIRA(Cloud and on-premise)</a:t>
          </a:r>
          <a:endParaRPr lang="en-US" dirty="0"/>
        </a:p>
      </dgm:t>
    </dgm:pt>
    <dgm:pt modelId="{56E7EBD5-2681-4800-B718-F05C8A226085}" type="parTrans" cxnId="{38EECF6B-B6F7-4439-81FC-6C5A85790E14}">
      <dgm:prSet/>
      <dgm:spPr/>
      <dgm:t>
        <a:bodyPr/>
        <a:lstStyle/>
        <a:p>
          <a:endParaRPr lang="en-US"/>
        </a:p>
      </dgm:t>
    </dgm:pt>
    <dgm:pt modelId="{420A5613-8C1C-4EA4-8FF3-B17428526E44}" type="sibTrans" cxnId="{38EECF6B-B6F7-4439-81FC-6C5A85790E14}">
      <dgm:prSet/>
      <dgm:spPr/>
      <dgm:t>
        <a:bodyPr/>
        <a:lstStyle/>
        <a:p>
          <a:endParaRPr lang="en-US"/>
        </a:p>
      </dgm:t>
    </dgm:pt>
    <dgm:pt modelId="{47E7143B-A5E6-4282-B358-9AD95F0CD81B}">
      <dgm:prSet/>
      <dgm:spPr/>
      <dgm:t>
        <a:bodyPr/>
        <a:lstStyle/>
        <a:p>
          <a:r>
            <a:rPr lang="en-US" dirty="0"/>
            <a:t>TFS</a:t>
          </a:r>
        </a:p>
      </dgm:t>
    </dgm:pt>
    <dgm:pt modelId="{95EBA487-885C-4E88-BBF9-3181D88BB4D1}" type="parTrans" cxnId="{E1546130-7D98-4DE3-AB09-AC20EE5B7059}">
      <dgm:prSet/>
      <dgm:spPr/>
      <dgm:t>
        <a:bodyPr/>
        <a:lstStyle/>
        <a:p>
          <a:endParaRPr lang="en-US"/>
        </a:p>
      </dgm:t>
    </dgm:pt>
    <dgm:pt modelId="{0C2822D8-7F8A-4426-8290-820DECD5A15C}" type="sibTrans" cxnId="{E1546130-7D98-4DE3-AB09-AC20EE5B7059}">
      <dgm:prSet/>
      <dgm:spPr/>
      <dgm:t>
        <a:bodyPr/>
        <a:lstStyle/>
        <a:p>
          <a:endParaRPr lang="en-US"/>
        </a:p>
      </dgm:t>
    </dgm:pt>
    <dgm:pt modelId="{4669630A-63B5-4579-9531-476FAAFC130E}" type="pres">
      <dgm:prSet presAssocID="{ACAA8DB1-0EB7-48CD-8857-8E57E0C49DA6}" presName="diagram" presStyleCnt="0">
        <dgm:presLayoutVars>
          <dgm:dir/>
          <dgm:resizeHandles val="exact"/>
        </dgm:presLayoutVars>
      </dgm:prSet>
      <dgm:spPr/>
    </dgm:pt>
    <dgm:pt modelId="{9344A44E-DEC2-4DB1-95FC-FFEC4013BCCE}" type="pres">
      <dgm:prSet presAssocID="{BF70BB67-9C04-4C7A-B6B6-DB6C08D52CEC}" presName="node" presStyleLbl="node1" presStyleIdx="0" presStyleCnt="2">
        <dgm:presLayoutVars>
          <dgm:bulletEnabled val="1"/>
        </dgm:presLayoutVars>
      </dgm:prSet>
      <dgm:spPr/>
    </dgm:pt>
    <dgm:pt modelId="{0C393BCF-BA9D-4FFD-9EDD-69408C684387}" type="pres">
      <dgm:prSet presAssocID="{420A5613-8C1C-4EA4-8FF3-B17428526E44}" presName="sibTrans" presStyleCnt="0"/>
      <dgm:spPr/>
    </dgm:pt>
    <dgm:pt modelId="{B2781A6C-127C-4ED9-B547-28C7E63BFCFB}" type="pres">
      <dgm:prSet presAssocID="{47E7143B-A5E6-4282-B358-9AD95F0CD81B}" presName="node" presStyleLbl="node1" presStyleIdx="1" presStyleCnt="2">
        <dgm:presLayoutVars>
          <dgm:bulletEnabled val="1"/>
        </dgm:presLayoutVars>
      </dgm:prSet>
      <dgm:spPr/>
    </dgm:pt>
  </dgm:ptLst>
  <dgm:cxnLst>
    <dgm:cxn modelId="{E1546130-7D98-4DE3-AB09-AC20EE5B7059}" srcId="{ACAA8DB1-0EB7-48CD-8857-8E57E0C49DA6}" destId="{47E7143B-A5E6-4282-B358-9AD95F0CD81B}" srcOrd="1" destOrd="0" parTransId="{95EBA487-885C-4E88-BBF9-3181D88BB4D1}" sibTransId="{0C2822D8-7F8A-4426-8290-820DECD5A15C}"/>
    <dgm:cxn modelId="{38EECF6B-B6F7-4439-81FC-6C5A85790E14}" srcId="{ACAA8DB1-0EB7-48CD-8857-8E57E0C49DA6}" destId="{BF70BB67-9C04-4C7A-B6B6-DB6C08D52CEC}" srcOrd="0" destOrd="0" parTransId="{56E7EBD5-2681-4800-B718-F05C8A226085}" sibTransId="{420A5613-8C1C-4EA4-8FF3-B17428526E44}"/>
    <dgm:cxn modelId="{5AE454D1-3E00-45CE-A548-7C608E978A69}" type="presOf" srcId="{ACAA8DB1-0EB7-48CD-8857-8E57E0C49DA6}" destId="{4669630A-63B5-4579-9531-476FAAFC130E}" srcOrd="0" destOrd="0" presId="urn:microsoft.com/office/officeart/2005/8/layout/default"/>
    <dgm:cxn modelId="{27FAB2E0-E995-4A5F-BC13-44494EB5461C}" type="presOf" srcId="{BF70BB67-9C04-4C7A-B6B6-DB6C08D52CEC}" destId="{9344A44E-DEC2-4DB1-95FC-FFEC4013BCCE}" srcOrd="0" destOrd="0" presId="urn:microsoft.com/office/officeart/2005/8/layout/default"/>
    <dgm:cxn modelId="{CFCF78FE-D602-4E62-AA69-D47ABAEB06BE}" type="presOf" srcId="{47E7143B-A5E6-4282-B358-9AD95F0CD81B}" destId="{B2781A6C-127C-4ED9-B547-28C7E63BFCFB}" srcOrd="0" destOrd="0" presId="urn:microsoft.com/office/officeart/2005/8/layout/default"/>
    <dgm:cxn modelId="{F3AEE4C5-CDA3-455E-A4BD-6C2F9DB5361C}" type="presParOf" srcId="{4669630A-63B5-4579-9531-476FAAFC130E}" destId="{9344A44E-DEC2-4DB1-95FC-FFEC4013BCCE}" srcOrd="0" destOrd="0" presId="urn:microsoft.com/office/officeart/2005/8/layout/default"/>
    <dgm:cxn modelId="{259E6805-C741-43EC-889A-DBF918305FA7}" type="presParOf" srcId="{4669630A-63B5-4579-9531-476FAAFC130E}" destId="{0C393BCF-BA9D-4FFD-9EDD-69408C684387}" srcOrd="1" destOrd="0" presId="urn:microsoft.com/office/officeart/2005/8/layout/default"/>
    <dgm:cxn modelId="{F900B53B-500B-479C-AB59-DE39A167D9B0}" type="presParOf" srcId="{4669630A-63B5-4579-9531-476FAAFC130E}" destId="{B2781A6C-127C-4ED9-B547-28C7E63BFCFB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4A44E-DEC2-4DB1-95FC-FFEC4013BCCE}">
      <dsp:nvSpPr>
        <dsp:cNvPr id="0" name=""/>
        <dsp:cNvSpPr/>
      </dsp:nvSpPr>
      <dsp:spPr>
        <a:xfrm>
          <a:off x="1127468" y="761"/>
          <a:ext cx="2505206" cy="15031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 dirty="0"/>
            <a:t>Embedded</a:t>
          </a:r>
          <a:endParaRPr lang="en-US" sz="3700" kern="1200" dirty="0"/>
        </a:p>
      </dsp:txBody>
      <dsp:txXfrm>
        <a:off x="1127468" y="761"/>
        <a:ext cx="2505206" cy="1503124"/>
      </dsp:txXfrm>
    </dsp:sp>
    <dsp:sp modelId="{B2781A6C-127C-4ED9-B547-28C7E63BFCFB}">
      <dsp:nvSpPr>
        <dsp:cNvPr id="0" name=""/>
        <dsp:cNvSpPr/>
      </dsp:nvSpPr>
      <dsp:spPr>
        <a:xfrm>
          <a:off x="3883196" y="761"/>
          <a:ext cx="2505206" cy="15031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 dirty="0"/>
            <a:t>MySQL</a:t>
          </a:r>
          <a:endParaRPr lang="en-US" sz="3700" kern="1200" dirty="0"/>
        </a:p>
      </dsp:txBody>
      <dsp:txXfrm>
        <a:off x="3883196" y="761"/>
        <a:ext cx="2505206" cy="1503124"/>
      </dsp:txXfrm>
    </dsp:sp>
    <dsp:sp modelId="{AB4C1367-E2D0-48FC-92B2-16C56A5F30F6}">
      <dsp:nvSpPr>
        <dsp:cNvPr id="0" name=""/>
        <dsp:cNvSpPr/>
      </dsp:nvSpPr>
      <dsp:spPr>
        <a:xfrm>
          <a:off x="6638923" y="761"/>
          <a:ext cx="2505206" cy="15031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 dirty="0"/>
            <a:t>SQL Server</a:t>
          </a:r>
          <a:endParaRPr lang="en-US" sz="3700" kern="1200" dirty="0"/>
        </a:p>
      </dsp:txBody>
      <dsp:txXfrm>
        <a:off x="6638923" y="761"/>
        <a:ext cx="2505206" cy="1503124"/>
      </dsp:txXfrm>
    </dsp:sp>
    <dsp:sp modelId="{E4BFAFB5-E554-4435-AB3E-E635D88A3CFB}">
      <dsp:nvSpPr>
        <dsp:cNvPr id="0" name=""/>
        <dsp:cNvSpPr/>
      </dsp:nvSpPr>
      <dsp:spPr>
        <a:xfrm>
          <a:off x="2505332" y="1754405"/>
          <a:ext cx="2505206" cy="15031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 dirty="0"/>
            <a:t>Oracle</a:t>
          </a:r>
          <a:endParaRPr lang="en-US" sz="3700" kern="1200" dirty="0"/>
        </a:p>
      </dsp:txBody>
      <dsp:txXfrm>
        <a:off x="2505332" y="1754405"/>
        <a:ext cx="2505206" cy="1503124"/>
      </dsp:txXfrm>
    </dsp:sp>
    <dsp:sp modelId="{6427ED44-2EE7-4AC3-B4AD-08EA333122EA}">
      <dsp:nvSpPr>
        <dsp:cNvPr id="0" name=""/>
        <dsp:cNvSpPr/>
      </dsp:nvSpPr>
      <dsp:spPr>
        <a:xfrm>
          <a:off x="5261059" y="1754405"/>
          <a:ext cx="2505206" cy="15031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 dirty="0"/>
            <a:t>MariaDB</a:t>
          </a:r>
          <a:endParaRPr lang="en-IN" sz="3700" kern="1200" dirty="0"/>
        </a:p>
      </dsp:txBody>
      <dsp:txXfrm>
        <a:off x="5261059" y="1754405"/>
        <a:ext cx="2505206" cy="15031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4A44E-DEC2-4DB1-95FC-FFEC4013BCCE}">
      <dsp:nvSpPr>
        <dsp:cNvPr id="0" name=""/>
        <dsp:cNvSpPr/>
      </dsp:nvSpPr>
      <dsp:spPr>
        <a:xfrm>
          <a:off x="484239" y="336"/>
          <a:ext cx="1722799" cy="103367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AccuRev</a:t>
          </a:r>
          <a:endParaRPr lang="en-US" sz="2000" kern="1200"/>
        </a:p>
      </dsp:txBody>
      <dsp:txXfrm>
        <a:off x="484239" y="336"/>
        <a:ext cx="1722799" cy="1033679"/>
      </dsp:txXfrm>
    </dsp:sp>
    <dsp:sp modelId="{B2781A6C-127C-4ED9-B547-28C7E63BFCFB}">
      <dsp:nvSpPr>
        <dsp:cNvPr id="0" name=""/>
        <dsp:cNvSpPr/>
      </dsp:nvSpPr>
      <dsp:spPr>
        <a:xfrm>
          <a:off x="2379319" y="336"/>
          <a:ext cx="1722799" cy="103367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CVS</a:t>
          </a:r>
          <a:endParaRPr lang="en-US" sz="2000" kern="1200" dirty="0"/>
        </a:p>
      </dsp:txBody>
      <dsp:txXfrm>
        <a:off x="2379319" y="336"/>
        <a:ext cx="1722799" cy="1033679"/>
      </dsp:txXfrm>
    </dsp:sp>
    <dsp:sp modelId="{AB4C1367-E2D0-48FC-92B2-16C56A5F30F6}">
      <dsp:nvSpPr>
        <dsp:cNvPr id="0" name=""/>
        <dsp:cNvSpPr/>
      </dsp:nvSpPr>
      <dsp:spPr>
        <a:xfrm>
          <a:off x="4274399" y="336"/>
          <a:ext cx="1722799" cy="103367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Git</a:t>
          </a:r>
          <a:endParaRPr lang="en-US" sz="2000" kern="1200"/>
        </a:p>
      </dsp:txBody>
      <dsp:txXfrm>
        <a:off x="4274399" y="336"/>
        <a:ext cx="1722799" cy="1033679"/>
      </dsp:txXfrm>
    </dsp:sp>
    <dsp:sp modelId="{E4BFAFB5-E554-4435-AB3E-E635D88A3CFB}">
      <dsp:nvSpPr>
        <dsp:cNvPr id="0" name=""/>
        <dsp:cNvSpPr/>
      </dsp:nvSpPr>
      <dsp:spPr>
        <a:xfrm>
          <a:off x="6169479" y="336"/>
          <a:ext cx="1722799" cy="103367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ClearCase</a:t>
          </a:r>
          <a:endParaRPr lang="en-US" sz="2000" kern="1200"/>
        </a:p>
      </dsp:txBody>
      <dsp:txXfrm>
        <a:off x="6169479" y="336"/>
        <a:ext cx="1722799" cy="1033679"/>
      </dsp:txXfrm>
    </dsp:sp>
    <dsp:sp modelId="{6DFC2412-8D80-4B3F-B57C-4BD36E7F3C96}">
      <dsp:nvSpPr>
        <dsp:cNvPr id="0" name=""/>
        <dsp:cNvSpPr/>
      </dsp:nvSpPr>
      <dsp:spPr>
        <a:xfrm>
          <a:off x="8064559" y="336"/>
          <a:ext cx="1722799" cy="103367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Rational Synergy</a:t>
          </a:r>
          <a:endParaRPr lang="en-US" sz="2000" kern="1200"/>
        </a:p>
      </dsp:txBody>
      <dsp:txXfrm>
        <a:off x="8064559" y="336"/>
        <a:ext cx="1722799" cy="1033679"/>
      </dsp:txXfrm>
    </dsp:sp>
    <dsp:sp modelId="{0F560F81-3730-41D9-A287-F20EFEAAEFDE}">
      <dsp:nvSpPr>
        <dsp:cNvPr id="0" name=""/>
        <dsp:cNvSpPr/>
      </dsp:nvSpPr>
      <dsp:spPr>
        <a:xfrm>
          <a:off x="484239" y="1206296"/>
          <a:ext cx="1722799" cy="103367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Rational Team Concert</a:t>
          </a:r>
          <a:endParaRPr lang="en-US" sz="2000" kern="1200"/>
        </a:p>
      </dsp:txBody>
      <dsp:txXfrm>
        <a:off x="484239" y="1206296"/>
        <a:ext cx="1722799" cy="1033679"/>
      </dsp:txXfrm>
    </dsp:sp>
    <dsp:sp modelId="{D4ACDD92-9179-45F1-A158-6D20F225E780}">
      <dsp:nvSpPr>
        <dsp:cNvPr id="0" name=""/>
        <dsp:cNvSpPr/>
      </dsp:nvSpPr>
      <dsp:spPr>
        <a:xfrm>
          <a:off x="2379319" y="1206296"/>
          <a:ext cx="1722799" cy="103367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Mercurial</a:t>
          </a:r>
          <a:endParaRPr lang="en-US" sz="2000" kern="1200"/>
        </a:p>
      </dsp:txBody>
      <dsp:txXfrm>
        <a:off x="2379319" y="1206296"/>
        <a:ext cx="1722799" cy="1033679"/>
      </dsp:txXfrm>
    </dsp:sp>
    <dsp:sp modelId="{74254EB3-544F-4A8B-9DDF-263BC96471E0}">
      <dsp:nvSpPr>
        <dsp:cNvPr id="0" name=""/>
        <dsp:cNvSpPr/>
      </dsp:nvSpPr>
      <dsp:spPr>
        <a:xfrm>
          <a:off x="4274399" y="1206296"/>
          <a:ext cx="1722799" cy="103367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Team Foundation Server</a:t>
          </a:r>
          <a:endParaRPr lang="en-US" sz="2000" kern="1200"/>
        </a:p>
      </dsp:txBody>
      <dsp:txXfrm>
        <a:off x="4274399" y="1206296"/>
        <a:ext cx="1722799" cy="1033679"/>
      </dsp:txXfrm>
    </dsp:sp>
    <dsp:sp modelId="{37AFC0F1-2BAF-4ED4-8AF7-3CAB00DADC5C}">
      <dsp:nvSpPr>
        <dsp:cNvPr id="0" name=""/>
        <dsp:cNvSpPr/>
      </dsp:nvSpPr>
      <dsp:spPr>
        <a:xfrm>
          <a:off x="6169479" y="1206296"/>
          <a:ext cx="1722799" cy="103367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PTC Integrity</a:t>
          </a:r>
          <a:endParaRPr lang="en-US" sz="2000" kern="1200"/>
        </a:p>
      </dsp:txBody>
      <dsp:txXfrm>
        <a:off x="6169479" y="1206296"/>
        <a:ext cx="1722799" cy="1033679"/>
      </dsp:txXfrm>
    </dsp:sp>
    <dsp:sp modelId="{5FC4113D-01D5-4AD0-94D8-59A0E5E27655}">
      <dsp:nvSpPr>
        <dsp:cNvPr id="0" name=""/>
        <dsp:cNvSpPr/>
      </dsp:nvSpPr>
      <dsp:spPr>
        <a:xfrm>
          <a:off x="8064559" y="1206296"/>
          <a:ext cx="1722799" cy="103367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Perforce</a:t>
          </a:r>
          <a:endParaRPr lang="en-US" sz="2000" kern="1200"/>
        </a:p>
      </dsp:txBody>
      <dsp:txXfrm>
        <a:off x="8064559" y="1206296"/>
        <a:ext cx="1722799" cy="1033679"/>
      </dsp:txXfrm>
    </dsp:sp>
    <dsp:sp modelId="{4E19EC52-7A6D-4C1C-A9C7-A5C160E37CED}">
      <dsp:nvSpPr>
        <dsp:cNvPr id="0" name=""/>
        <dsp:cNvSpPr/>
      </dsp:nvSpPr>
      <dsp:spPr>
        <a:xfrm>
          <a:off x="4274399" y="2412255"/>
          <a:ext cx="1722799" cy="103367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Subversion</a:t>
          </a:r>
          <a:endParaRPr lang="en-US" sz="2000" kern="1200"/>
        </a:p>
      </dsp:txBody>
      <dsp:txXfrm>
        <a:off x="4274399" y="2412255"/>
        <a:ext cx="1722799" cy="10336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4A44E-DEC2-4DB1-95FC-FFEC4013BCCE}">
      <dsp:nvSpPr>
        <dsp:cNvPr id="0" name=""/>
        <dsp:cNvSpPr/>
      </dsp:nvSpPr>
      <dsp:spPr>
        <a:xfrm>
          <a:off x="1043209" y="598"/>
          <a:ext cx="2557868" cy="153472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u="none" strike="noStrike" kern="1200" dirty="0">
              <a:effectLst/>
            </a:rPr>
            <a:t>GitHub</a:t>
          </a:r>
          <a:endParaRPr lang="en-US" sz="3000" kern="1200" dirty="0"/>
        </a:p>
      </dsp:txBody>
      <dsp:txXfrm>
        <a:off x="1043209" y="598"/>
        <a:ext cx="2557868" cy="1534721"/>
      </dsp:txXfrm>
    </dsp:sp>
    <dsp:sp modelId="{B2781A6C-127C-4ED9-B547-28C7E63BFCFB}">
      <dsp:nvSpPr>
        <dsp:cNvPr id="0" name=""/>
        <dsp:cNvSpPr/>
      </dsp:nvSpPr>
      <dsp:spPr>
        <a:xfrm>
          <a:off x="3856865" y="598"/>
          <a:ext cx="2557868" cy="153472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u="none" strike="noStrike" kern="1200" dirty="0">
              <a:effectLst/>
            </a:rPr>
            <a:t>GitLab</a:t>
          </a:r>
          <a:endParaRPr lang="en-US" sz="3000" kern="1200" dirty="0"/>
        </a:p>
      </dsp:txBody>
      <dsp:txXfrm>
        <a:off x="3856865" y="598"/>
        <a:ext cx="2557868" cy="1534721"/>
      </dsp:txXfrm>
    </dsp:sp>
    <dsp:sp modelId="{AB4C1367-E2D0-48FC-92B2-16C56A5F30F6}">
      <dsp:nvSpPr>
        <dsp:cNvPr id="0" name=""/>
        <dsp:cNvSpPr/>
      </dsp:nvSpPr>
      <dsp:spPr>
        <a:xfrm>
          <a:off x="6670520" y="598"/>
          <a:ext cx="2557868" cy="153472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u="none" strike="noStrike" kern="1200" dirty="0">
              <a:effectLst/>
            </a:rPr>
            <a:t>Bitbucket</a:t>
          </a:r>
          <a:endParaRPr lang="en-US" sz="3000" kern="1200" dirty="0"/>
        </a:p>
      </dsp:txBody>
      <dsp:txXfrm>
        <a:off x="6670520" y="598"/>
        <a:ext cx="2557868" cy="1534721"/>
      </dsp:txXfrm>
    </dsp:sp>
    <dsp:sp modelId="{E4BFAFB5-E554-4435-AB3E-E635D88A3CFB}">
      <dsp:nvSpPr>
        <dsp:cNvPr id="0" name=""/>
        <dsp:cNvSpPr/>
      </dsp:nvSpPr>
      <dsp:spPr>
        <a:xfrm>
          <a:off x="2450037" y="1791106"/>
          <a:ext cx="2557868" cy="153472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u="none" strike="noStrike" kern="1200" dirty="0">
              <a:effectLst/>
            </a:rPr>
            <a:t>Bitbucket Server (On-Premise)</a:t>
          </a:r>
          <a:endParaRPr lang="en-US" sz="3000" kern="1200" dirty="0"/>
        </a:p>
      </dsp:txBody>
      <dsp:txXfrm>
        <a:off x="2450037" y="1791106"/>
        <a:ext cx="2557868" cy="1534721"/>
      </dsp:txXfrm>
    </dsp:sp>
    <dsp:sp modelId="{6DFC2412-8D80-4B3F-B57C-4BD36E7F3C96}">
      <dsp:nvSpPr>
        <dsp:cNvPr id="0" name=""/>
        <dsp:cNvSpPr/>
      </dsp:nvSpPr>
      <dsp:spPr>
        <a:xfrm>
          <a:off x="5263692" y="1791106"/>
          <a:ext cx="2557868" cy="153472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u="none" strike="noStrike" kern="1200" dirty="0">
              <a:effectLst/>
            </a:rPr>
            <a:t>Azure DevOps</a:t>
          </a:r>
          <a:endParaRPr lang="en-US" sz="3000" kern="1200" dirty="0"/>
        </a:p>
      </dsp:txBody>
      <dsp:txXfrm>
        <a:off x="5263692" y="1791106"/>
        <a:ext cx="2557868" cy="15347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4A44E-DEC2-4DB1-95FC-FFEC4013BCCE}">
      <dsp:nvSpPr>
        <dsp:cNvPr id="0" name=""/>
        <dsp:cNvSpPr/>
      </dsp:nvSpPr>
      <dsp:spPr>
        <a:xfrm>
          <a:off x="1253" y="301691"/>
          <a:ext cx="4890043" cy="293402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b="0" i="0" u="none" strike="noStrike" kern="1200" dirty="0">
              <a:effectLst/>
            </a:rPr>
            <a:t>JIRA(Cloud and on-premise)</a:t>
          </a:r>
          <a:endParaRPr lang="en-US" sz="5900" kern="1200" dirty="0"/>
        </a:p>
      </dsp:txBody>
      <dsp:txXfrm>
        <a:off x="1253" y="301691"/>
        <a:ext cx="4890043" cy="2934026"/>
      </dsp:txXfrm>
    </dsp:sp>
    <dsp:sp modelId="{B2781A6C-127C-4ED9-B547-28C7E63BFCFB}">
      <dsp:nvSpPr>
        <dsp:cNvPr id="0" name=""/>
        <dsp:cNvSpPr/>
      </dsp:nvSpPr>
      <dsp:spPr>
        <a:xfrm>
          <a:off x="5380301" y="301691"/>
          <a:ext cx="4890043" cy="293402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 dirty="0"/>
            <a:t>TFS</a:t>
          </a:r>
        </a:p>
      </dsp:txBody>
      <dsp:txXfrm>
        <a:off x="5380301" y="301691"/>
        <a:ext cx="4890043" cy="29340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6E644-7154-43CF-88AC-EBEA5E511942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92BFB5-59B2-4AF2-91A1-6F0B3621B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4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04608-7D4B-5A41-DF31-FFC11C094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05345-5340-F85B-6AC9-D1E2A28FE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F9F194-6A9F-E31F-F28D-B8599E2FA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D0205-0330-2689-9711-6EE3CF76A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2BFB5-59B2-4AF2-91A1-6F0B3621B8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66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115A1-80C7-2C48-180D-F4554C475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C1CEC-8759-C16E-BC37-AC3F3EAE2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B9920-8095-0FE1-A5E3-B07F5E515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38DDD-F8AE-5FE7-00D4-C4F91AA0F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2BFB5-59B2-4AF2-91A1-6F0B3621B8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80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82589-8BF5-155E-E864-956CC7E22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05CAE8-C530-C651-4B3C-799367D02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9752C-A57A-964E-4F82-77A3DB869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902F6-8502-4800-FA61-6AB5190A0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2BFB5-59B2-4AF2-91A1-6F0B3621B8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71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EAEA7-F33D-65B3-ADEE-A8DA910B5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53570-1B72-AA2F-E7F8-FEE7FB268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79D94-EC19-FA4C-627F-635BCCA04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5517A-78E1-CA35-C6C3-50FDD4A4ED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2BFB5-59B2-4AF2-91A1-6F0B3621B8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89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FDCA2-3912-83B5-0B3B-44EF53BD4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CC128-9516-5E52-4B92-A5B0ABCF3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7A9C2-2A2E-B3F0-4C68-91A93253A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0D809-316F-556E-A794-1F1884384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2BFB5-59B2-4AF2-91A1-6F0B3621B8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67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84BA6-6089-DA35-B8F1-29D28E347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CB0A6E-C464-5F56-26D1-CEB07CFD9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68E817-8E99-646D-9B22-566901E98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8073D-2203-9161-8198-D508BD9B1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2BFB5-59B2-4AF2-91A1-6F0B3621B8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37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5F281-25DC-E9D2-4EEA-8F673692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47B95-894E-6B52-1C33-A3984B8E3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5EA24-15E3-1AFA-8A26-6FCF7FA51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7A9BB-8FF1-9E37-B4B7-1C6260605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2BFB5-59B2-4AF2-91A1-6F0B3621B8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72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CECF1-F015-44F9-1872-55AECC105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CDB53-445E-069F-B470-D18F6C6B0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FF760-1CAD-32C9-4B3A-8C784C529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5BC9B-6346-B351-06BD-FE9989015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2BFB5-59B2-4AF2-91A1-6F0B3621B8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90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065BE-3EA3-E4A3-AB41-AE6CFEFCD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EC2BF-919D-DA00-F1F0-0038CD0DB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DD8BB-4A3C-F28A-DDE2-F753D2BC7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6E991-23DD-F641-D48C-A79FB5DDA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2BFB5-59B2-4AF2-91A1-6F0B3621B8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154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B8464-C0B0-2C2B-B7DC-EBC714098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9084C-A422-39B9-1C1E-1AF3F04AF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681C8-FB2E-4997-26AF-D6377A98E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AE999-994E-A84A-DC16-E00E284B3B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2BFB5-59B2-4AF2-91A1-6F0B3621B8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934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0C0A3-69DC-2D88-9661-29572F17D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717FC-D043-063E-B5F9-2FDEBC74E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7D8D93-3955-76CD-A72E-22ABF2BF8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7BA2D-5953-3D8D-EC2B-A387BD7E82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2BFB5-59B2-4AF2-91A1-6F0B3621B8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672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614E8-4C9C-5A89-0CD1-9B329059B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330DB-3756-1D11-55C4-19D7D62CB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49891-B221-6B88-E3F8-81C7495D5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C4491-8622-0103-E898-C50C763EC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2BFB5-59B2-4AF2-91A1-6F0B3621B8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202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D944B-2F91-BA12-BDFD-E9F453411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2D096-BD6B-DF4F-0827-3352C102E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0128A4-2F54-3C33-F1C4-2487E8400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3FF28-64BA-51B9-9DA8-3C5B9E5A5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2BFB5-59B2-4AF2-91A1-6F0B3621B8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82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9BFCB-C254-5D0A-F573-2C2FBB913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91C51B-9B0A-94A4-9FA5-7AB2E2615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335188-FC3C-27F5-9F42-1D958529F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46B16-DD00-EC8C-82EF-3DEBCE41B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2BFB5-59B2-4AF2-91A1-6F0B3621B8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68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5C619-52D8-238F-594F-3D8EAB72B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A9517B-843B-8DC9-6C58-7B80243BD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ABDD6-FA95-6083-6DB4-05B4F4A4A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1B44E-8541-5925-917B-24E0FFDD1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2BFB5-59B2-4AF2-91A1-6F0B3621B81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4915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FC690-4852-C6C6-C5B3-7DCD817A9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FE02BF-7450-FA4B-5024-96E13EDFA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900659-D9A6-6D12-C019-642F9C4ED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ED721-B21B-B33D-FCEB-69A2390A3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2BFB5-59B2-4AF2-91A1-6F0B3621B81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81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59FEB-B20C-7F19-ADAE-DE35E84F2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122AD-3003-D731-356F-C2E9861E9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8A819-A399-5FA7-8D49-D82ADC720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0E32B-B057-9A4C-D1DB-18B74CD72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2BFB5-59B2-4AF2-91A1-6F0B3621B81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92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82CCB-56F1-B912-2A60-AAD3AB2A9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D2405-041C-40D7-1DAE-F3AEE3086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CCD2B-DBDA-5F3C-53C4-2E368086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F438-0CE2-4C80-A94B-BC8FE5821AAC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968EB-BA8F-D36B-AE52-8086D1D9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2B494-B1BA-7CC9-9289-40922336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C6110-1928-4995-A4F7-55171C9DE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736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E0848-1CB4-FD48-AC1E-8AB59AA7D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9434D-3566-8107-CF9C-A06850DD6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C8628-68C3-3253-43CF-806D90F7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F438-0CE2-4C80-A94B-BC8FE5821AAC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CEDD7-7732-BD5D-BD98-09DD3B7F6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A5F07-2617-C94D-E495-BBAED7B89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C6110-1928-4995-A4F7-55171C9DE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574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91DE3-1AA0-9AF1-56A8-26927892A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9376A-8C6C-6530-AA32-508643E7E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E231E-8B4F-C6AA-0231-F39F6FE0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F438-0CE2-4C80-A94B-BC8FE5821AAC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F5F7D-30EB-624E-028B-1568FA277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DE508-2BC8-B018-FBE9-CACC7BD90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C6110-1928-4995-A4F7-55171C9DE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404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A7E5D-BF9B-20AE-1BDF-8C9FA2EBE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5BA69-6CB2-8C32-A66E-94CF9213E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EAF1B3-1DD3-6977-425F-F0F1AFAAB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9F1AC-906D-7E42-29A1-4B593722A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F438-0CE2-4C80-A94B-BC8FE5821AAC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FFBF4-D22E-5FD4-2396-5FC6AE2E5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FE2A6-28A0-29DB-8D9F-9F337883A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C6110-1928-4995-A4F7-55171C9DE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653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41D6-BBFB-8885-195D-F95145CF4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105FC-B08A-BE72-C64A-036519AB4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BFD4B-A412-EDA0-7ADE-034E70FD6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E99898-8BEC-2558-1D8F-B06CDAA0AC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242B8A-E92F-F124-91D9-B5B0B6C24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1FED9-1696-C367-D049-6F596667B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F438-0CE2-4C80-A94B-BC8FE5821AAC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591669-8579-D9A6-4B64-1822BAB6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620BD8-DB1B-969B-917C-5E3C127A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C6110-1928-4995-A4F7-55171C9DE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390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1A03A-D28D-60F6-9DD5-D9B46005F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37DD16-19DC-99C9-03A2-13074F23C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F438-0CE2-4C80-A94B-BC8FE5821AAC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B03C5-8CCC-2A2B-06CB-FCBECC3DE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B0051-4092-589E-20B4-6DE9D6FE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C6110-1928-4995-A4F7-55171C9DE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495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37767-81BB-7623-C79B-8AA883C20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F438-0CE2-4C80-A94B-BC8FE5821AAC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64727B-769C-2859-30F9-C11B9CE62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6F755-37D1-A997-9515-4A98844EA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C6110-1928-4995-A4F7-55171C9DE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838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8DC2-7B06-3A1B-91AC-FB799D564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1D105-93F4-BF9B-338E-6366DAAC0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576D0-C271-8F4C-4F96-07877ACFE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8FC22-21D7-E56F-7E54-3632F7602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F438-0CE2-4C80-A94B-BC8FE5821AAC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4FBF8-EDC7-C356-8C9D-4894B2280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F9CFE-A288-EBC4-14DC-F4A9F8CE9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C6110-1928-4995-A4F7-55171C9DE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915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83AB5-3067-089E-616F-E97F4D94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6ECB85-9337-2775-B61A-E379EDBECC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C81C2E-8B1D-75AD-1B8B-6D5444760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D2AD7-06E1-C142-E2BB-B2465F235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F438-0CE2-4C80-A94B-BC8FE5821AAC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E62476-C65B-1A07-0E71-35A645CF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0BFA1-5DE4-698A-7906-F59F8F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C6110-1928-4995-A4F7-55171C9DE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230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E0429-DF26-2A78-9FAA-FDE4EAF56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44C1E-A511-6F96-95A6-1C98B2881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A06AF-B094-68D5-2BCC-5597348CB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F438-0CE2-4C80-A94B-BC8FE5821AAC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241D3-FBBE-DF82-CFF4-DB6151F07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0A988-EA37-6D0B-0496-F72A9E43B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C6110-1928-4995-A4F7-55171C9DE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546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D04C1-3DF9-7FF0-B906-E8E5D0C19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AA0F64-0834-8FB3-BCF2-2CE3C8283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11BBA-4024-CC8F-CC67-919D7255A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F438-0CE2-4C80-A94B-BC8FE5821AAC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A794F-936C-F338-9E5E-6D7CB2DC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4AD49-0D54-94C9-D221-BC226A50C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C6110-1928-4995-A4F7-55171C9DE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42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D6D18-CA81-287A-0C9F-08D4417AA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51329-BFAA-3D5C-6566-981BCCAD2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20F3C-2BAD-374C-9A9F-C431B7F1ED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3FF438-0CE2-4C80-A94B-BC8FE5821AAC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8BBF1-9018-F06F-F210-C4CC632F0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504D7-C1BC-57C4-091A-7EDF1ECFD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5C6110-1928-4995-A4F7-55171C9DE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333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smartbear.com/collaborator/docs/general-info/overview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smartbear.com/collaborator/docs/general-info/overview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upport.smartbear.com/collaborator/docs/general-info/components.html" TargetMode="External"/><Relationship Id="rId4" Type="http://schemas.openxmlformats.org/officeDocument/2006/relationships/hyperlink" Target="https://smartbear.com/product/collaborator/features/integrate-with-11-scms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smartbear.com/collaborator/docs/general-info/overview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martbear.com/product/collaborator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smartbear.com/collaborator/docs/general-info/editions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martbear.com/product/collaborator/features/integrate-with-11-scm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upport.smartbear.com/collaborator/docs/general-info/components.html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upport.smartbear.com/collaborator/docs/server/install/db/index.html" TargetMode="External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smartbear.com/collaborator/docs/server/install/db/index.html" TargetMode="External"/><Relationship Id="rId7" Type="http://schemas.openxmlformats.org/officeDocument/2006/relationships/hyperlink" Target="https://support.smartbear.com/collaborator/docs/server/install/db/oracle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upport.smartbear.com/collaborator/docs/server/install/db/mssql.html" TargetMode="External"/><Relationship Id="rId5" Type="http://schemas.openxmlformats.org/officeDocument/2006/relationships/hyperlink" Target="https://support.smartbear.com/collaborator/docs/server/install/db/mariadb.html" TargetMode="External"/><Relationship Id="rId4" Type="http://schemas.openxmlformats.org/officeDocument/2006/relationships/hyperlink" Target="https://support.smartbear.com/collaborator/docs/server/install/db/mysql.html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hyperlink" Target="https://support.smartbear.com/collaborator/docs/source-control/index.html" TargetMode="External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13" Type="http://schemas.microsoft.com/office/2007/relationships/diagramDrawing" Target="../diagrams/drawing4.xml"/><Relationship Id="rId3" Type="http://schemas.openxmlformats.org/officeDocument/2006/relationships/hyperlink" Target="https://support.smartbear.com/collaborator/docs/source-control/repo-hosting/index.html" TargetMode="External"/><Relationship Id="rId7" Type="http://schemas.openxmlformats.org/officeDocument/2006/relationships/diagramColors" Target="../diagrams/colors3.xml"/><Relationship Id="rId12" Type="http://schemas.openxmlformats.org/officeDocument/2006/relationships/diagramColors" Target="../diagrams/colors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11" Type="http://schemas.openxmlformats.org/officeDocument/2006/relationships/diagramQuickStyle" Target="../diagrams/quickStyle4.xml"/><Relationship Id="rId5" Type="http://schemas.openxmlformats.org/officeDocument/2006/relationships/diagramLayout" Target="../diagrams/layout3.xml"/><Relationship Id="rId10" Type="http://schemas.openxmlformats.org/officeDocument/2006/relationships/diagramLayout" Target="../diagrams/layout4.xml"/><Relationship Id="rId4" Type="http://schemas.openxmlformats.org/officeDocument/2006/relationships/diagramData" Target="../diagrams/data3.xml"/><Relationship Id="rId9" Type="http://schemas.openxmlformats.org/officeDocument/2006/relationships/diagramData" Target="../diagrams/data4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13" Type="http://schemas.microsoft.com/office/2007/relationships/diagramDrawing" Target="../diagrams/drawing6.xml"/><Relationship Id="rId3" Type="http://schemas.openxmlformats.org/officeDocument/2006/relationships/hyperlink" Target="https://support.smartbear.com/collaborator/docs/issue-tracking/index.html" TargetMode="External"/><Relationship Id="rId7" Type="http://schemas.openxmlformats.org/officeDocument/2006/relationships/diagramColors" Target="../diagrams/colors5.xml"/><Relationship Id="rId12" Type="http://schemas.openxmlformats.org/officeDocument/2006/relationships/diagramColors" Target="../diagrams/colors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11" Type="http://schemas.openxmlformats.org/officeDocument/2006/relationships/diagramQuickStyle" Target="../diagrams/quickStyle6.xml"/><Relationship Id="rId5" Type="http://schemas.openxmlformats.org/officeDocument/2006/relationships/diagramLayout" Target="../diagrams/layout5.xml"/><Relationship Id="rId10" Type="http://schemas.openxmlformats.org/officeDocument/2006/relationships/diagramLayout" Target="../diagrams/layout6.xml"/><Relationship Id="rId4" Type="http://schemas.openxmlformats.org/officeDocument/2006/relationships/diagramData" Target="../diagrams/data5.xml"/><Relationship Id="rId9" Type="http://schemas.openxmlformats.org/officeDocument/2006/relationships/diagramData" Target="../diagrams/data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03658-7AD3-C420-65C5-A9576534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4480" y="128336"/>
            <a:ext cx="1393305" cy="2661716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03ECA71-076E-39EF-8269-E0A97B65A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306741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B3756-9518-1201-EFAF-AF6A9259D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F9147B2-6A57-E6C1-3859-F0220DB08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8C79AB-6736-871E-9B01-E72E05A51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Contents</a:t>
            </a:r>
            <a:endParaRPr lang="en-IN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CA27E33-7ED2-1193-6954-0346E350F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7DC3A-5FD5-46D9-0D92-5618F0316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20000"/>
          </a:bodyPr>
          <a:lstStyle/>
          <a:p>
            <a:r>
              <a:rPr lang="en-US" sz="2200" dirty="0"/>
              <a:t>What is code review and why it matters?</a:t>
            </a:r>
          </a:p>
          <a:p>
            <a:r>
              <a:rPr lang="en-US" sz="2200" dirty="0"/>
              <a:t>Introduction to Collaborator.</a:t>
            </a:r>
          </a:p>
          <a:p>
            <a:r>
              <a:rPr lang="en-US" sz="2200" dirty="0"/>
              <a:t>Who uses Collaborator?</a:t>
            </a:r>
          </a:p>
          <a:p>
            <a:r>
              <a:rPr lang="en-US" sz="2200" dirty="0"/>
              <a:t>Why use Collaborator?</a:t>
            </a:r>
          </a:p>
          <a:p>
            <a:r>
              <a:rPr lang="en-US" sz="2200" dirty="0"/>
              <a:t>Core features and capabilities</a:t>
            </a:r>
          </a:p>
          <a:p>
            <a:r>
              <a:rPr lang="en-US" sz="2200" dirty="0"/>
              <a:t>Editions and Scalability</a:t>
            </a:r>
          </a:p>
          <a:p>
            <a:r>
              <a:rPr lang="en-US" sz="2200" dirty="0"/>
              <a:t>Integrations and Ecosystem</a:t>
            </a:r>
          </a:p>
          <a:p>
            <a:r>
              <a:rPr lang="en-US" sz="2200" dirty="0"/>
              <a:t>Supported Databases</a:t>
            </a:r>
          </a:p>
          <a:p>
            <a:r>
              <a:rPr lang="en-US" sz="2200" dirty="0"/>
              <a:t>Supported Integrations</a:t>
            </a:r>
          </a:p>
          <a:p>
            <a:r>
              <a:rPr lang="en-US" sz="2200" dirty="0"/>
              <a:t>Typical Workflow/How it works?</a:t>
            </a:r>
          </a:p>
          <a:p>
            <a:r>
              <a:rPr lang="en-US" sz="2200" dirty="0"/>
              <a:t>When and where Collaborator adds value?</a:t>
            </a:r>
          </a:p>
          <a:p>
            <a:r>
              <a:rPr lang="en-US" sz="2200" dirty="0"/>
              <a:t>Summary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495845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0BF73B-E21B-245F-B87E-27887E244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4DCDD57-C47C-42F4-9488-7A5A8ED4C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4C2F28-3F7F-F0EE-90B1-A0D887385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What is code review and why it matters?</a:t>
            </a:r>
            <a:endParaRPr lang="en-IN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48ABAE19-1790-075F-05CF-DEC2F4C70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3F956-F333-ABA1-28FD-69B41E1B9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lnSpcReduction="10000"/>
          </a:bodyPr>
          <a:lstStyle/>
          <a:p>
            <a:r>
              <a:rPr lang="en-GB" sz="2400" dirty="0"/>
              <a:t>A systematic practice where developers review each other's code</a:t>
            </a:r>
          </a:p>
          <a:p>
            <a:r>
              <a:rPr lang="en-GB" sz="2400" dirty="0"/>
              <a:t>Helps identify bugs early</a:t>
            </a:r>
          </a:p>
          <a:p>
            <a:r>
              <a:rPr lang="en-GB" sz="2400" dirty="0"/>
              <a:t>Improves code quality and consistency</a:t>
            </a:r>
          </a:p>
          <a:p>
            <a:r>
              <a:rPr lang="en-GB" sz="2400" dirty="0"/>
              <a:t>Reduces development time and rework</a:t>
            </a:r>
          </a:p>
          <a:p>
            <a:pPr marL="0" indent="0">
              <a:buNone/>
            </a:pPr>
            <a:br>
              <a:rPr lang="en-GB" sz="2400" dirty="0"/>
            </a:br>
            <a:r>
              <a:rPr lang="en-GB" sz="2400" dirty="0"/>
              <a:t>Code review matters as it:</a:t>
            </a:r>
          </a:p>
          <a:p>
            <a:r>
              <a:rPr lang="en-GB" sz="2400" dirty="0"/>
              <a:t>Prevents defects before testing</a:t>
            </a:r>
          </a:p>
          <a:p>
            <a:r>
              <a:rPr lang="en-GB" sz="2400" dirty="0"/>
              <a:t>Enhances team communication</a:t>
            </a:r>
          </a:p>
          <a:p>
            <a:r>
              <a:rPr lang="en-GB" sz="2400" dirty="0"/>
              <a:t>Supports knowledge sharing</a:t>
            </a:r>
          </a:p>
          <a:p>
            <a:r>
              <a:rPr lang="en-GB" sz="2400" dirty="0"/>
              <a:t>Proven to be the most effective QA strategy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108261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F78FA-DAD7-9374-6899-96E5C076A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6509C3-CB37-34C4-050B-3E1386F9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BF924E-FF0C-70E7-5CF5-4AC5ACFFC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Introduction to Collaborator</a:t>
            </a:r>
            <a:endParaRPr lang="en-IN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A1236CF9-74CF-7B84-DFC8-84F11A46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8A0567-97C5-7E73-AE47-90F2AEC15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90656"/>
          </a:xfrm>
        </p:spPr>
        <p:txBody>
          <a:bodyPr>
            <a:normAutofit lnSpcReduction="10000"/>
          </a:bodyPr>
          <a:lstStyle/>
          <a:p>
            <a:endParaRPr lang="en-US" sz="2200" dirty="0"/>
          </a:p>
          <a:p>
            <a:r>
              <a:rPr lang="en-GB" sz="2400" b="1" dirty="0"/>
              <a:t>SmartBear Collaborator</a:t>
            </a:r>
            <a:r>
              <a:rPr lang="en-GB" sz="2400" dirty="0"/>
              <a:t> is a comprehensive code and document review platform designed to streamline this process. It brings developers, testers, business analysts, and managers together in a unified environment to review code, user stories, test plans, and documentation. With real-time visibility into changes and discussions, teams can detect issues early and maintain high development standards.</a:t>
            </a:r>
          </a:p>
          <a:p>
            <a:r>
              <a:rPr lang="en-GB" sz="2400" dirty="0"/>
              <a:t>Collaborator supports rich integrations with popular version control systems, IDEs, CI/CD tools, and defect-tracking platforms, enabling seamless adoption into existing workflows. By fostering transparency and collaboration, Collaborator helps teams deliver reliable, high-quality software faster and more efficiently.</a:t>
            </a:r>
            <a:br>
              <a:rPr lang="en-GB" sz="2400" dirty="0"/>
            </a:br>
            <a:r>
              <a:rPr lang="en-GB" sz="2400" dirty="0"/>
              <a:t>To read more about Collaborator, please refer: </a:t>
            </a:r>
            <a:r>
              <a:rPr lang="en-GB" sz="2400" dirty="0">
                <a:hlinkClick r:id="rId3"/>
              </a:rPr>
              <a:t>https://support.smartbear.com/collaborator/docs/general-info/overview.html</a:t>
            </a: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endParaRPr lang="en-US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067324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83307E-EC21-B5B7-384A-0AC88A705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3F849A-FA3F-54AE-B4A1-5B38C5CCA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954DF4-A52D-5359-33D9-B50B2297D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dirty="0"/>
              <a:t>Who uses Collaborator?</a:t>
            </a:r>
            <a:endParaRPr lang="en-IN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7661A62-267C-1DB7-32C1-D70D7F2CC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AACA0-AB79-070E-DD29-3DFEFD04E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endParaRPr lang="en-US" sz="2200" dirty="0"/>
          </a:p>
          <a:p>
            <a:r>
              <a:rPr lang="en-GB" sz="2400" dirty="0"/>
              <a:t>Developers</a:t>
            </a:r>
          </a:p>
          <a:p>
            <a:r>
              <a:rPr lang="en-GB" sz="2400" dirty="0"/>
              <a:t>QA/Test Engineers</a:t>
            </a:r>
          </a:p>
          <a:p>
            <a:r>
              <a:rPr lang="en-GB" sz="2400" dirty="0"/>
              <a:t>Business Analysts</a:t>
            </a:r>
          </a:p>
          <a:p>
            <a:r>
              <a:rPr lang="en-GB" sz="2400" dirty="0"/>
              <a:t>Project Managers</a:t>
            </a:r>
          </a:p>
          <a:p>
            <a:r>
              <a:rPr lang="en-GB" sz="2400" dirty="0"/>
              <a:t>Compliance/Documentation Teams</a:t>
            </a:r>
          </a:p>
          <a:p>
            <a:endParaRPr lang="en-US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392896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826427-710D-AE41-585D-8D31FB76D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12AD31F-ABA3-707B-79BD-4299D593C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5A7129-042A-8CFB-FB31-C80ABC9AF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dirty="0"/>
              <a:t>Why use Collaborator?</a:t>
            </a:r>
            <a:endParaRPr lang="en-IN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F5213DB8-260B-9DFF-DB79-632087491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BBBC1-84C3-73C7-7F8E-5CE8A7AFA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684776"/>
          </a:xfrm>
        </p:spPr>
        <p:txBody>
          <a:bodyPr>
            <a:normAutofit lnSpcReduction="10000"/>
          </a:bodyPr>
          <a:lstStyle/>
          <a:p>
            <a:endParaRPr lang="en-US" sz="2200" dirty="0"/>
          </a:p>
          <a:p>
            <a:r>
              <a:rPr lang="en-GB" sz="2400" dirty="0"/>
              <a:t>Unified platform for both code </a:t>
            </a:r>
            <a:r>
              <a:rPr lang="en-GB" sz="2400" b="1" dirty="0"/>
              <a:t>and</a:t>
            </a:r>
            <a:r>
              <a:rPr lang="en-GB" sz="2400" dirty="0"/>
              <a:t> document/artifact review — reduces scattered reviews, emails, and context switching.</a:t>
            </a:r>
          </a:p>
          <a:p>
            <a:r>
              <a:rPr lang="en-GB" sz="2400" dirty="0"/>
              <a:t>Early bug and defect detection — reduces costs and delays down the line.</a:t>
            </a:r>
          </a:p>
          <a:p>
            <a:r>
              <a:rPr lang="en-GB" sz="2400" dirty="0"/>
              <a:t>Consistent, auditable workflows and standardization via templates and checklists.</a:t>
            </a:r>
          </a:p>
          <a:p>
            <a:r>
              <a:rPr lang="en-GB" sz="2400" dirty="0"/>
              <a:t>Greater visibility and collaboration among all stakeholders (dev, QA, design, docs, management).</a:t>
            </a:r>
          </a:p>
          <a:p>
            <a:r>
              <a:rPr lang="en-GB" sz="2400" dirty="0"/>
              <a:t>Built-in metrics, reporting and audit trails — helpful for compliance, process improvement, and accountability.</a:t>
            </a:r>
          </a:p>
          <a:p>
            <a:r>
              <a:rPr lang="en-GB" sz="2400" dirty="0"/>
              <a:t>Flexible integration with existing tools and version control systems — minimal disruption to existing workflows.</a:t>
            </a:r>
            <a:endParaRPr lang="en-US" sz="24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143483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401A7A-36A8-DFDB-EA78-A59040E43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8B0751-6410-4420-EEE8-E6D0D842A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A7D85E-7613-DF43-EF45-96EC916BD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Core features and Capabilities </a:t>
            </a:r>
            <a:endParaRPr lang="en-IN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4BAD5C60-00FE-63A3-DAC7-2347686F8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4C832-5CB9-0B85-E33F-2730C07A2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20000"/>
          </a:bodyPr>
          <a:lstStyle/>
          <a:p>
            <a:r>
              <a:rPr lang="en-GB" sz="2400" dirty="0"/>
              <a:t>Supports </a:t>
            </a:r>
            <a:r>
              <a:rPr lang="en-GB" sz="2400" b="1" dirty="0"/>
              <a:t>many review styles</a:t>
            </a:r>
            <a:r>
              <a:rPr lang="en-GB" sz="2400" dirty="0"/>
              <a:t> — ad-hoc reviews, formal inspections, asynchronous reviews. </a:t>
            </a:r>
            <a:br>
              <a:rPr lang="en-GB" sz="2400" dirty="0"/>
            </a:br>
            <a:r>
              <a:rPr lang="en-GB" sz="2400" dirty="0">
                <a:hlinkClick r:id="rId3"/>
              </a:rPr>
              <a:t>https://support.smartbear.com/collaborator/docs/general-info/overview.html</a:t>
            </a:r>
            <a:endParaRPr lang="en-GB" sz="2400" dirty="0"/>
          </a:p>
          <a:p>
            <a:r>
              <a:rPr lang="en-GB" sz="2400" dirty="0"/>
              <a:t>Allows </a:t>
            </a:r>
            <a:r>
              <a:rPr lang="en-GB" sz="2400" b="1" dirty="0"/>
              <a:t>multiple simultaneous reviewers</a:t>
            </a:r>
            <a:r>
              <a:rPr lang="en-GB" sz="2400" dirty="0"/>
              <a:t>, useful when teams are distributed across time-zones.</a:t>
            </a:r>
            <a:br>
              <a:rPr lang="en-GB" sz="2400" dirty="0"/>
            </a:br>
            <a:r>
              <a:rPr lang="en-GB" sz="2400" dirty="0">
                <a:hlinkClick r:id="rId3"/>
              </a:rPr>
              <a:t>https://support.smartbear.com/collaborator/docs/general-info/overview.html</a:t>
            </a:r>
            <a:endParaRPr lang="en-GB" sz="2400" dirty="0"/>
          </a:p>
          <a:p>
            <a:r>
              <a:rPr lang="en-GB" sz="2400" b="1" dirty="0"/>
              <a:t>Source-control (SCM) integration</a:t>
            </a:r>
            <a:r>
              <a:rPr lang="en-GB" sz="2400" dirty="0"/>
              <a:t> with multiple systems (Git, Perforce, SVN, Mercurial, TFS, ClearCase, and more).</a:t>
            </a:r>
            <a:br>
              <a:rPr lang="en-GB" sz="2400" dirty="0"/>
            </a:br>
            <a:r>
              <a:rPr lang="en-GB" sz="2400" dirty="0">
                <a:hlinkClick r:id="rId4"/>
              </a:rPr>
              <a:t>https://smartbear.com/product/collaborator/features/integrate-with-11-scms/</a:t>
            </a:r>
            <a:endParaRPr lang="en-GB" sz="2400" dirty="0"/>
          </a:p>
          <a:p>
            <a:r>
              <a:rPr lang="en-IN" sz="2400" dirty="0"/>
              <a:t>Cross-platform clients: Web client, GUI client, command-line, and IDE plug-ins (e.g. for Eclipse, Visual Studio).</a:t>
            </a:r>
            <a:br>
              <a:rPr lang="en-IN" sz="2400" dirty="0"/>
            </a:br>
            <a:r>
              <a:rPr lang="en-IN" sz="2400" dirty="0">
                <a:hlinkClick r:id="rId5"/>
              </a:rPr>
              <a:t>https://support.smartbear.com/collaborator/docs/general-info/components.html</a:t>
            </a:r>
            <a:endParaRPr lang="en-IN" sz="2400" dirty="0"/>
          </a:p>
          <a:p>
            <a:r>
              <a:rPr lang="en-GB" sz="2400" dirty="0"/>
              <a:t>Support for reviewing a wide variety of file formats: code, Word docs, PDFs, spreadsheets, presentations, images, Visio diagrams — enabling document and artifact review beyond code. </a:t>
            </a:r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104404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C46D22-4497-5A2C-7CB8-A8C8E4CC9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1C944A0-16A7-B367-E53A-EAC8CC194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FE674E-3484-91CF-2DAB-BCE63CC3B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Core features and Capabilities </a:t>
            </a:r>
            <a:endParaRPr lang="en-IN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16639AA-1121-1BDC-DDEF-DD639F1E7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615C-1BFA-1766-3B27-09A767F57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400" dirty="0"/>
              <a:t>Defect tracking: reviewers can mark issues, assign severity/type, classify defects, and integrate with external issue trackers.</a:t>
            </a:r>
            <a:br>
              <a:rPr lang="en-GB" sz="2400" dirty="0"/>
            </a:br>
            <a:r>
              <a:rPr lang="en-GB" sz="2400" dirty="0">
                <a:hlinkClick r:id="rId3"/>
              </a:rPr>
              <a:t>https://support.smartbear.com/collaborator/docs/general-info/overview.html</a:t>
            </a:r>
            <a:endParaRPr lang="en-GB" sz="2400" dirty="0"/>
          </a:p>
          <a:p>
            <a:r>
              <a:rPr lang="en-GB" sz="2400" dirty="0"/>
              <a:t>Customizable workflows: using templates, checklists, project/role-based rules to tailor the review process per team/project.</a:t>
            </a:r>
            <a:br>
              <a:rPr lang="en-GB" sz="2400" dirty="0"/>
            </a:br>
            <a:r>
              <a:rPr lang="en-GB" sz="2400" dirty="0">
                <a:hlinkClick r:id="rId4"/>
              </a:rPr>
              <a:t>https://smartbear.com/product/collaborator</a:t>
            </a:r>
            <a:endParaRPr lang="en-GB" sz="2400" dirty="0"/>
          </a:p>
          <a:p>
            <a:r>
              <a:rPr lang="en-GB" sz="2400" dirty="0"/>
              <a:t>Reporting &amp; metrics: built-in analytics, exportable data, audit trails for compliance and process improvement.</a:t>
            </a:r>
            <a:br>
              <a:rPr lang="en-GB" sz="2400" dirty="0"/>
            </a:br>
            <a:r>
              <a:rPr lang="en-GB" sz="2400" dirty="0">
                <a:hlinkClick r:id="rId3"/>
              </a:rPr>
              <a:t>https://support.smartbear.com/collaborator/docs/general-info/overview.html</a:t>
            </a:r>
            <a:endParaRPr lang="en-GB" sz="2400" dirty="0"/>
          </a:p>
          <a:p>
            <a:pPr marL="0" indent="0">
              <a:buNone/>
            </a:pPr>
            <a:endParaRPr lang="en-US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35585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665B6-4929-A762-1392-17E9F111B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CC1D974-13DE-F8B8-105C-AF61EFD0B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11B14F-31F0-D841-A187-B337052BE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Editions and Scalability</a:t>
            </a:r>
            <a:endParaRPr lang="en-IN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4C0518BC-AC19-2131-BF98-345E46917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9025D-F563-951A-C7D5-1805D197A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400" b="1" dirty="0"/>
              <a:t>Community Edition</a:t>
            </a:r>
            <a:r>
              <a:rPr lang="en-GB" sz="2400" dirty="0"/>
              <a:t> — lightweight, free for small teams / basic code review needs. </a:t>
            </a:r>
            <a:br>
              <a:rPr lang="en-GB" sz="2400" dirty="0"/>
            </a:br>
            <a:r>
              <a:rPr lang="en-GB" sz="2400" dirty="0">
                <a:hlinkClick r:id="rId3"/>
              </a:rPr>
              <a:t>https://support.smartbear.com/collaborator/docs/general-info/editions.html</a:t>
            </a:r>
            <a:endParaRPr lang="en-GB" sz="2400" dirty="0"/>
          </a:p>
          <a:p>
            <a:r>
              <a:rPr lang="en-GB" sz="2400" b="1" dirty="0"/>
              <a:t>Team Edition</a:t>
            </a:r>
            <a:r>
              <a:rPr lang="en-GB" sz="2400" dirty="0"/>
              <a:t> — for medium-sized teams needing more review features.</a:t>
            </a:r>
            <a:br>
              <a:rPr lang="en-GB" sz="2400" dirty="0"/>
            </a:br>
            <a:r>
              <a:rPr lang="en-GB" sz="2400" dirty="0">
                <a:hlinkClick r:id="rId3"/>
              </a:rPr>
              <a:t>https://support.smartbear.com/collaborator/docs/general-info/editions.html</a:t>
            </a:r>
            <a:endParaRPr lang="en-GB" sz="2400" dirty="0"/>
          </a:p>
          <a:p>
            <a:r>
              <a:rPr lang="en-GB" sz="2400" b="1" dirty="0"/>
              <a:t>Enterprise Edition</a:t>
            </a:r>
            <a:r>
              <a:rPr lang="en-GB" sz="2400" dirty="0"/>
              <a:t> — full-featured, supports advanced needs (e.g. complex artifact reviews like Simulink models).</a:t>
            </a:r>
            <a:br>
              <a:rPr lang="en-GB" sz="2400" dirty="0"/>
            </a:br>
            <a:r>
              <a:rPr lang="en-GB" sz="2400" dirty="0">
                <a:hlinkClick r:id="rId3"/>
              </a:rPr>
              <a:t>https://support.smartbear.com/collaborator/docs/general-info/editions.html</a:t>
            </a:r>
            <a:endParaRPr lang="en-GB" sz="2400" dirty="0"/>
          </a:p>
          <a:p>
            <a:endParaRPr lang="en-GB" sz="2400" dirty="0"/>
          </a:p>
          <a:p>
            <a:pPr marL="0" indent="0">
              <a:buNone/>
            </a:pPr>
            <a:br>
              <a:rPr lang="en-GB" sz="2400" dirty="0"/>
            </a:br>
            <a:endParaRPr lang="en-US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509296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028608-7CC6-C858-7FF9-67E1829FB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5E0AD6-9E7B-71F4-4CBA-152B762C9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CE3427-CFC9-39E9-D453-362164C4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Integrations and Ecosystem</a:t>
            </a:r>
            <a:endParaRPr lang="en-IN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284A38CB-7709-AB76-397E-F8C68F513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9A5D9-3749-54BB-0A0E-E7D375336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85000" lnSpcReduction="10000"/>
          </a:bodyPr>
          <a:lstStyle/>
          <a:p>
            <a:r>
              <a:rPr lang="en-GB" sz="2400" dirty="0"/>
              <a:t>Integrates with many popular SCMs: Git, Perforce, Subversion, Mercurial, TFS, ClearCase, and more.</a:t>
            </a:r>
            <a:br>
              <a:rPr lang="en-GB" sz="2400" dirty="0"/>
            </a:br>
            <a:r>
              <a:rPr lang="en-GB" sz="2400" dirty="0">
                <a:hlinkClick r:id="rId3"/>
              </a:rPr>
              <a:t>https://smartbear.com/product/collaborator/features/integrate-with-11-scms</a:t>
            </a:r>
            <a:endParaRPr lang="en-GB" sz="2400" dirty="0"/>
          </a:p>
          <a:p>
            <a:r>
              <a:rPr lang="en-GB" sz="2400" dirty="0"/>
              <a:t>Works with many development environments and tools: IDE plugins (Eclipse, Visual Studio), GUI clients, CLI, web UI, making it flexible for different workflows.</a:t>
            </a:r>
            <a:br>
              <a:rPr lang="en-GB" sz="2400" dirty="0"/>
            </a:br>
            <a:r>
              <a:rPr lang="en-GB" sz="2400" dirty="0">
                <a:hlinkClick r:id="rId4"/>
              </a:rPr>
              <a:t>https://support.smartbear.com/collaborator/docs/general-info/components.html</a:t>
            </a:r>
            <a:endParaRPr lang="en-GB" sz="2400" dirty="0"/>
          </a:p>
          <a:p>
            <a:r>
              <a:rPr lang="en-GB" sz="2400" dirty="0"/>
              <a:t>Supports artifact/document review beyond code: Word docs, spreadsheets, PDFs, images, Visio diagrams — useful for requirement reviews, design docs, test plans, etc.</a:t>
            </a:r>
            <a:br>
              <a:rPr lang="en-GB" sz="2400" dirty="0"/>
            </a:br>
            <a:r>
              <a:rPr lang="en-GB" sz="2400" dirty="0">
                <a:hlinkClick r:id="rId4"/>
              </a:rPr>
              <a:t>https://support.smartbear.com/collaborator/docs/general-info/components.html</a:t>
            </a:r>
            <a:endParaRPr lang="en-GB" sz="2400" dirty="0"/>
          </a:p>
          <a:p>
            <a:r>
              <a:rPr lang="en-GB" sz="2400" dirty="0"/>
              <a:t>Supports custom integrations and automation via APIs, scripting, and web services — enabling extensions, automations, integration with issue trackers or reporting pipelines.</a:t>
            </a:r>
            <a:br>
              <a:rPr lang="en-GB" sz="2400" dirty="0"/>
            </a:br>
            <a:r>
              <a:rPr lang="en-GB" sz="2400" dirty="0">
                <a:hlinkClick r:id="rId4"/>
              </a:rPr>
              <a:t>https://support.smartbear.com/collaborator/docs/general-info/components.html</a:t>
            </a:r>
            <a:endParaRPr lang="en-GB" sz="2400" dirty="0"/>
          </a:p>
          <a:p>
            <a:pPr marL="0" indent="0">
              <a:buNone/>
            </a:pPr>
            <a:br>
              <a:rPr lang="en-GB" sz="2400" dirty="0"/>
            </a:br>
            <a:endParaRPr lang="en-US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598424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9DE10F-39EA-2145-7233-A3FE1E602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DC1E00-06DD-315D-5155-3EC25AA56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907936-9129-766D-60EF-EF6D5CF8F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dirty="0"/>
              <a:t>Supported Databases</a:t>
            </a:r>
            <a:endParaRPr lang="en-IN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A89CDB57-42EB-E8FA-2700-AC3C59E1F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03DBC-9CAC-85C2-27DC-5DD162867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7136"/>
            <a:ext cx="10515600" cy="4649216"/>
          </a:xfrm>
        </p:spPr>
        <p:txBody>
          <a:bodyPr>
            <a:normAutofit/>
          </a:bodyPr>
          <a:lstStyle/>
          <a:p>
            <a:r>
              <a:rPr lang="en-US" sz="2200" dirty="0"/>
              <a:t>Collaborator supports the following databases:</a:t>
            </a:r>
            <a:br>
              <a:rPr lang="en-US" sz="2200" dirty="0"/>
            </a:br>
            <a:r>
              <a:rPr lang="en-US" sz="2200" dirty="0">
                <a:hlinkClick r:id="rId3"/>
              </a:rPr>
              <a:t>https://support.smartbear.com/collaborator/docs/server/install/db/index.html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endParaRPr lang="en-IN" sz="2200" dirty="0"/>
          </a:p>
        </p:txBody>
      </p:sp>
      <p:graphicFrame>
        <p:nvGraphicFramePr>
          <p:cNvPr id="5" name="TextBox 6">
            <a:extLst>
              <a:ext uri="{FF2B5EF4-FFF2-40B4-BE49-F238E27FC236}">
                <a16:creationId xmlns:a16="http://schemas.microsoft.com/office/drawing/2014/main" id="{F7A519F1-507C-9046-E8B3-5A1AAFC95F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1443798"/>
              </p:ext>
            </p:extLst>
          </p:nvPr>
        </p:nvGraphicFramePr>
        <p:xfrm>
          <a:off x="876692" y="3368060"/>
          <a:ext cx="10271599" cy="3258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32101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6BE06B-1213-84A6-1827-E27A5AE4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2922AD-E022-23CB-A523-FDD361557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62B1F7-1AFD-EBF5-26F0-15110F581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Databases</a:t>
            </a:r>
            <a:endParaRPr lang="en-IN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4F225F3-6439-13F2-D324-635192727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1E8CB-9BEB-3C37-AFDF-D34369046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20000"/>
          </a:bodyPr>
          <a:lstStyle/>
          <a:p>
            <a:r>
              <a:rPr lang="en-GB" sz="2400" dirty="0"/>
              <a:t>Collaborator supports a built-in </a:t>
            </a:r>
            <a:r>
              <a:rPr lang="en-GB" sz="2400" b="1" dirty="0"/>
              <a:t>embedded (in-memory)</a:t>
            </a:r>
            <a:r>
              <a:rPr lang="en-GB" sz="2400" dirty="0"/>
              <a:t> database — useful for trials or quick setup without external DB configuration.</a:t>
            </a:r>
            <a:br>
              <a:rPr lang="en-GB" sz="2400" dirty="0"/>
            </a:br>
            <a:r>
              <a:rPr lang="en-GB" sz="2400" dirty="0">
                <a:hlinkClick r:id="rId3"/>
              </a:rPr>
              <a:t>https://support.smartbear.com/collaborator/docs/server/install/db/index.html</a:t>
            </a:r>
            <a:endParaRPr lang="en-GB" sz="2400" dirty="0"/>
          </a:p>
          <a:p>
            <a:r>
              <a:rPr lang="en-IN" sz="2400" b="1" dirty="0"/>
              <a:t>MySQL</a:t>
            </a:r>
            <a:r>
              <a:rPr lang="en-IN" sz="2400" dirty="0"/>
              <a:t> — Collaborator supports MySQL versions </a:t>
            </a:r>
            <a:r>
              <a:rPr lang="en-IN" sz="2400" b="1" dirty="0"/>
              <a:t>5.6, 5.7, 8.0, and 9.0</a:t>
            </a:r>
            <a:r>
              <a:rPr lang="en-IN" sz="2400" dirty="0"/>
              <a:t>.</a:t>
            </a:r>
            <a:br>
              <a:rPr lang="en-IN" sz="2400" dirty="0"/>
            </a:br>
            <a:r>
              <a:rPr lang="en-IN" sz="2400" dirty="0">
                <a:hlinkClick r:id="rId4"/>
              </a:rPr>
              <a:t>https://support.smartbear.com/collaborator/docs/server/install/db/mysql.html</a:t>
            </a:r>
            <a:endParaRPr lang="en-IN" sz="2400" dirty="0"/>
          </a:p>
          <a:p>
            <a:r>
              <a:rPr lang="en-IN" sz="2400" b="1" dirty="0"/>
              <a:t>MariaDB</a:t>
            </a:r>
            <a:r>
              <a:rPr lang="en-IN" sz="2400" dirty="0"/>
              <a:t> — Collaborator supports MariaDB versions </a:t>
            </a:r>
            <a:r>
              <a:rPr lang="en-IN" sz="2400" b="1" dirty="0"/>
              <a:t>10.6, 10.11 and 11.4</a:t>
            </a:r>
            <a:br>
              <a:rPr lang="en-IN" sz="2400" b="1" dirty="0"/>
            </a:br>
            <a:r>
              <a:rPr lang="en-IN" sz="2400" dirty="0">
                <a:hlinkClick r:id="rId5"/>
              </a:rPr>
              <a:t>https://support.smartbear.com/collaborator/docs/server/install/db/mariadb.html</a:t>
            </a:r>
            <a:endParaRPr lang="en-IN" sz="2400" dirty="0"/>
          </a:p>
          <a:p>
            <a:r>
              <a:rPr lang="en-GB" sz="2400" b="1" dirty="0"/>
              <a:t>Microsoft SQL Server</a:t>
            </a:r>
            <a:r>
              <a:rPr lang="en-GB" sz="2400" dirty="0"/>
              <a:t> — Supported versions include </a:t>
            </a:r>
            <a:r>
              <a:rPr lang="en-GB" sz="2400" b="1" dirty="0"/>
              <a:t>2012, 2014, 2016, 2017, 2019, 2022</a:t>
            </a:r>
            <a:r>
              <a:rPr lang="en-GB" sz="2400" dirty="0"/>
              <a:t>.</a:t>
            </a:r>
            <a:br>
              <a:rPr lang="en-GB" sz="2400" dirty="0"/>
            </a:br>
            <a:r>
              <a:rPr lang="en-GB" sz="2400" dirty="0">
                <a:hlinkClick r:id="rId6"/>
              </a:rPr>
              <a:t>https://support.smartbear.com/collaborator/docs/server/install/db/mssql.html</a:t>
            </a:r>
            <a:endParaRPr lang="en-GB" sz="2400" dirty="0"/>
          </a:p>
          <a:p>
            <a:r>
              <a:rPr lang="en-IN" sz="2400" b="1" dirty="0"/>
              <a:t>Oracle Database</a:t>
            </a:r>
            <a:r>
              <a:rPr lang="en-IN" sz="2400" dirty="0"/>
              <a:t> — Collaborator supports Oracle versions </a:t>
            </a:r>
            <a:r>
              <a:rPr lang="en-IN" sz="2400" b="1" dirty="0"/>
              <a:t>11gR2, 12c, 18c and 19c</a:t>
            </a:r>
            <a:r>
              <a:rPr lang="en-IN" sz="2400" dirty="0"/>
              <a:t>.</a:t>
            </a:r>
            <a:br>
              <a:rPr lang="en-IN" sz="2400" dirty="0"/>
            </a:br>
            <a:r>
              <a:rPr lang="en-IN" sz="2400" dirty="0">
                <a:hlinkClick r:id="rId7"/>
              </a:rPr>
              <a:t>https://support.smartbear.com/collaborator/docs/server/install/db/oracle.html</a:t>
            </a:r>
            <a:br>
              <a:rPr lang="en-GB" sz="2400" dirty="0"/>
            </a:br>
            <a:br>
              <a:rPr lang="en-GB" sz="2400" dirty="0"/>
            </a:br>
            <a:endParaRPr lang="en-US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619406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A83FF-8FAE-164D-E5B8-E7A968340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AD4975-47FD-AD0F-B86B-1D518D337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6F3A5-8168-BC4C-D8DC-A2F69B2BC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Supported Integrations</a:t>
            </a:r>
            <a:endParaRPr lang="en-IN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0E13981-FA15-3650-9591-ADAF6040D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C4FD9F-6B9D-ED9A-3ADB-EB7767542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9440"/>
            <a:ext cx="10515600" cy="4797552"/>
          </a:xfrm>
        </p:spPr>
        <p:txBody>
          <a:bodyPr>
            <a:normAutofit/>
          </a:bodyPr>
          <a:lstStyle/>
          <a:p>
            <a:r>
              <a:rPr lang="en-US" sz="2200" dirty="0"/>
              <a:t>Collaborator can be integrated with a number of source control integrations:</a:t>
            </a:r>
            <a:br>
              <a:rPr lang="en-US" sz="2200" dirty="0"/>
            </a:br>
            <a:r>
              <a:rPr lang="en-US" sz="2200" dirty="0">
                <a:hlinkClick r:id="rId3"/>
              </a:rPr>
              <a:t>https://support.smartbear.com/collaborator/docs/source-control/index.html</a:t>
            </a:r>
            <a:br>
              <a:rPr lang="en-US" sz="2200" dirty="0"/>
            </a:br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IN" sz="2200" dirty="0"/>
          </a:p>
        </p:txBody>
      </p:sp>
      <p:graphicFrame>
        <p:nvGraphicFramePr>
          <p:cNvPr id="2" name="TextBox 6">
            <a:extLst>
              <a:ext uri="{FF2B5EF4-FFF2-40B4-BE49-F238E27FC236}">
                <a16:creationId xmlns:a16="http://schemas.microsoft.com/office/drawing/2014/main" id="{BC1EB612-9A6D-C0E4-7037-57731400B0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1821772"/>
              </p:ext>
            </p:extLst>
          </p:nvPr>
        </p:nvGraphicFramePr>
        <p:xfrm>
          <a:off x="876692" y="3220720"/>
          <a:ext cx="10271599" cy="3446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64372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43ADFD-7285-ACB8-27C2-803606C9B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A3D108-E6BC-2FD5-9A5D-8BEE67622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CE696D-7BA9-CFF9-D466-2C661F824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Supported Integrations</a:t>
            </a:r>
            <a:endParaRPr lang="en-IN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9D561016-AF6E-805C-96D9-7346444A5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ADC6F-C92B-B815-360F-5DA36DDE5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Collaborator can be integrated with a number of Repository Hosting services :</a:t>
            </a:r>
            <a:br>
              <a:rPr lang="en-US" sz="2200" dirty="0"/>
            </a:br>
            <a:r>
              <a:rPr lang="en-US" sz="2200" dirty="0">
                <a:hlinkClick r:id="rId3"/>
              </a:rPr>
              <a:t>https://support.smartbear.com/collaborator/docs/source-control/repo-hosting/index.html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IN" sz="2200" dirty="0"/>
          </a:p>
        </p:txBody>
      </p:sp>
      <p:graphicFrame>
        <p:nvGraphicFramePr>
          <p:cNvPr id="2" name="TextBox 6">
            <a:extLst>
              <a:ext uri="{FF2B5EF4-FFF2-40B4-BE49-F238E27FC236}">
                <a16:creationId xmlns:a16="http://schemas.microsoft.com/office/drawing/2014/main" id="{9AF1B0E1-9B75-7729-7D36-8212EB15C2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5496474"/>
              </p:ext>
            </p:extLst>
          </p:nvPr>
        </p:nvGraphicFramePr>
        <p:xfrm>
          <a:off x="876692" y="2533476"/>
          <a:ext cx="10271599" cy="3537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TextBox 6">
            <a:extLst>
              <a:ext uri="{FF2B5EF4-FFF2-40B4-BE49-F238E27FC236}">
                <a16:creationId xmlns:a16="http://schemas.microsoft.com/office/drawing/2014/main" id="{16CEBB19-AB8B-F502-1BDF-2AA222926E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1257485"/>
              </p:ext>
            </p:extLst>
          </p:nvPr>
        </p:nvGraphicFramePr>
        <p:xfrm>
          <a:off x="1029092" y="3088639"/>
          <a:ext cx="10271599" cy="3326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2992656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89FCA0-D80B-F416-2461-CCFF148D4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7CC0F64-7090-484B-6C42-8CA8EA8CC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7F01B1-5615-3FB8-9D57-B6E79086D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Supported Integrations</a:t>
            </a:r>
            <a:endParaRPr lang="en-IN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4B141EB5-FAE6-E6F0-19DF-A190BE832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6D676B-36EB-2DFF-DF49-2327D03AD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Collaborator can be integrated with the following issue tracking services:</a:t>
            </a:r>
            <a:br>
              <a:rPr lang="en-US" sz="2200" dirty="0"/>
            </a:br>
            <a:r>
              <a:rPr lang="en-US" sz="2200" dirty="0">
                <a:hlinkClick r:id="rId3"/>
              </a:rPr>
              <a:t>https://support.smartbear.com/collaborator/docs/issue-tracking/index.html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IN" sz="2200" dirty="0"/>
          </a:p>
        </p:txBody>
      </p:sp>
      <p:graphicFrame>
        <p:nvGraphicFramePr>
          <p:cNvPr id="2" name="TextBox 6">
            <a:extLst>
              <a:ext uri="{FF2B5EF4-FFF2-40B4-BE49-F238E27FC236}">
                <a16:creationId xmlns:a16="http://schemas.microsoft.com/office/drawing/2014/main" id="{BD74D3A3-EE0D-9CE2-A34B-FD777FDEA61C}"/>
              </a:ext>
            </a:extLst>
          </p:cNvPr>
          <p:cNvGraphicFramePr/>
          <p:nvPr/>
        </p:nvGraphicFramePr>
        <p:xfrm>
          <a:off x="876692" y="2533476"/>
          <a:ext cx="10271599" cy="3537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TextBox 6">
            <a:extLst>
              <a:ext uri="{FF2B5EF4-FFF2-40B4-BE49-F238E27FC236}">
                <a16:creationId xmlns:a16="http://schemas.microsoft.com/office/drawing/2014/main" id="{93B36D71-13FB-B638-6A12-8A634E0BBE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4815128"/>
              </p:ext>
            </p:extLst>
          </p:nvPr>
        </p:nvGraphicFramePr>
        <p:xfrm>
          <a:off x="1029092" y="2685876"/>
          <a:ext cx="10271599" cy="3537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2259978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1CF58-8402-CB1C-884C-39DEBEF76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EC9C80A-51E5-7283-58CE-5E5D63D65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DBB0B7-8A11-4CF1-C2B1-54E6059C8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Typical Workflow/How it works?</a:t>
            </a:r>
            <a:endParaRPr lang="en-IN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4E8B9052-6ED6-E695-1D95-F00E3B054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F8CBE-3B62-E6B6-21E2-A2D2F2AA5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400" dirty="0"/>
              <a:t>Developer (Author) creates a review — attaching code changes or documents. </a:t>
            </a:r>
          </a:p>
          <a:p>
            <a:r>
              <a:rPr lang="en-GB" sz="2400" dirty="0"/>
              <a:t>Assign reviewers (could be multiple, across roles or time zones).</a:t>
            </a:r>
          </a:p>
          <a:p>
            <a:r>
              <a:rPr lang="en-GB" sz="2400" dirty="0"/>
              <a:t>Reviewers inspect changes — comment, annotate, mark defects or suggestions.</a:t>
            </a:r>
          </a:p>
          <a:p>
            <a:r>
              <a:rPr lang="en-GB" sz="2400" dirty="0"/>
              <a:t>Review can include multiple types of artifacts: code, docs, spreadsheets, diagrams, models.</a:t>
            </a:r>
          </a:p>
          <a:p>
            <a:r>
              <a:rPr lang="en-GB" sz="2400" dirty="0"/>
              <a:t>Track defects, resolve or rework as needed.</a:t>
            </a:r>
          </a:p>
          <a:p>
            <a:r>
              <a:rPr lang="en-GB" sz="2400" dirty="0"/>
              <a:t>Generate reports / audit trail — ensure review compliance, metrics, quality tracking.</a:t>
            </a:r>
            <a:endParaRPr lang="en-US" sz="2200" dirty="0"/>
          </a:p>
          <a:p>
            <a:endParaRPr lang="en-US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723235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5CB61-D38C-DD22-2072-A232790FD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E97A671-4E4D-FC4A-AE5C-5731EBAB3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279122-0257-F95B-D092-EA9E6E32B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When and where Collaborator adds value?</a:t>
            </a:r>
            <a:endParaRPr lang="en-IN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8B0B620C-DBE1-A0B0-68B5-91E0ACFC4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76D8E-F7CD-7952-4518-FBDBC577F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endParaRPr lang="en-US" sz="2200" dirty="0"/>
          </a:p>
          <a:p>
            <a:r>
              <a:rPr lang="en-GB" sz="2400" dirty="0"/>
              <a:t>Teams working with multiple types of artifacts — code, design docs, requirements, tests, specs. </a:t>
            </a:r>
          </a:p>
          <a:p>
            <a:r>
              <a:rPr lang="en-GB" sz="2400" dirty="0"/>
              <a:t>Distributed or remote teams — supports asynchronous reviews and multiple reviewers.</a:t>
            </a:r>
          </a:p>
          <a:p>
            <a:r>
              <a:rPr lang="en-GB" sz="2400" dirty="0"/>
              <a:t>Projects needing compliance, audit trails, documentation, or strict quality control (e.g. regulated industries).</a:t>
            </a:r>
          </a:p>
          <a:p>
            <a:r>
              <a:rPr lang="en-GB" sz="2400" dirty="0"/>
              <a:t>Organizations wanting to standardize review processes, enforce quality gates, reduce post-release defects.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375455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958F3-8BFE-DD1A-335E-9B9768726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80F6767-4360-68B4-DA1D-4602FA7BC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F0F2A3-E355-F11B-4435-0276B5DB6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Summary</a:t>
            </a:r>
            <a:endParaRPr lang="en-IN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21AF5FD9-C881-9F5D-2F46-DB4437010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5F342-C4E8-5D11-6773-CE277C245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400" dirty="0"/>
              <a:t>Code &amp; document review is vital for high-quality software and artifacts.</a:t>
            </a:r>
          </a:p>
          <a:p>
            <a:r>
              <a:rPr lang="en-IN" sz="2400" dirty="0"/>
              <a:t>Collaborator unifies code + document reviews in a flexible, customizable tool.</a:t>
            </a:r>
          </a:p>
          <a:p>
            <a:r>
              <a:rPr lang="en-GB" sz="2400" dirty="0"/>
              <a:t>Supports broad integrations, many file types, and scalable team needs</a:t>
            </a:r>
          </a:p>
          <a:p>
            <a:r>
              <a:rPr lang="en-GB" sz="2400" dirty="0"/>
              <a:t>Helps catch defects early, improves collaboration, provides audit trails and metrics.</a:t>
            </a:r>
          </a:p>
          <a:p>
            <a:r>
              <a:rPr lang="en-GB" sz="2400" dirty="0"/>
              <a:t>Flexible editions make it suitable for small teams to large enterprises.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568716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1558</Words>
  <Application>Microsoft Office PowerPoint</Application>
  <PresentationFormat>Widescreen</PresentationFormat>
  <Paragraphs>159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Contents</vt:lpstr>
      <vt:lpstr>What is code review and why it matters?</vt:lpstr>
      <vt:lpstr>Introduction to Collaborator</vt:lpstr>
      <vt:lpstr>Who uses Collaborator?</vt:lpstr>
      <vt:lpstr>Why use Collaborator?</vt:lpstr>
      <vt:lpstr>Core features and Capabilities </vt:lpstr>
      <vt:lpstr>Core features and Capabilities </vt:lpstr>
      <vt:lpstr>Editions and Scalability</vt:lpstr>
      <vt:lpstr>Integrations and Ecosystem</vt:lpstr>
      <vt:lpstr>Supported Databases</vt:lpstr>
      <vt:lpstr>Databases</vt:lpstr>
      <vt:lpstr>Supported Integrations</vt:lpstr>
      <vt:lpstr>Supported Integrations</vt:lpstr>
      <vt:lpstr>Supported Integrations</vt:lpstr>
      <vt:lpstr>Typical Workflow/How it works?</vt:lpstr>
      <vt:lpstr>When and where Collaborator adds value?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Arpit Sachan</dc:creator>
  <cp:lastModifiedBy>Arpit Sachan</cp:lastModifiedBy>
  <cp:revision>48</cp:revision>
  <dcterms:created xsi:type="dcterms:W3CDTF">2024-09-19T11:17:03Z</dcterms:created>
  <dcterms:modified xsi:type="dcterms:W3CDTF">2025-12-20T07:04:37Z</dcterms:modified>
</cp:coreProperties>
</file>